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32399288" cy="43200638"/>
  <p:notesSz cx="32918400" cy="5120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97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13932" indent="59133" algn="l" rtl="0" eaLnBrk="0" fontAlgn="base" hangingPunct="0">
      <a:spcBef>
        <a:spcPct val="0"/>
      </a:spcBef>
      <a:spcAft>
        <a:spcPct val="0"/>
      </a:spcAft>
      <a:defRPr sz="2897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829507" indent="116624" algn="l" rtl="0" eaLnBrk="0" fontAlgn="base" hangingPunct="0">
      <a:spcBef>
        <a:spcPct val="0"/>
      </a:spcBef>
      <a:spcAft>
        <a:spcPct val="0"/>
      </a:spcAft>
      <a:defRPr sz="2897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245080" indent="174114" algn="l" rtl="0" eaLnBrk="0" fontAlgn="base" hangingPunct="0">
      <a:spcBef>
        <a:spcPct val="0"/>
      </a:spcBef>
      <a:spcAft>
        <a:spcPct val="0"/>
      </a:spcAft>
      <a:defRPr sz="2897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660655" indent="231605" algn="l" rtl="0" eaLnBrk="0" fontAlgn="base" hangingPunct="0">
      <a:spcBef>
        <a:spcPct val="0"/>
      </a:spcBef>
      <a:spcAft>
        <a:spcPct val="0"/>
      </a:spcAft>
      <a:defRPr sz="2897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365324" algn="l" defTabSz="946130" rtl="0" eaLnBrk="1" latinLnBrk="0" hangingPunct="1">
      <a:defRPr sz="2897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838389" algn="l" defTabSz="946130" rtl="0" eaLnBrk="1" latinLnBrk="0" hangingPunct="1">
      <a:defRPr sz="2897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311454" algn="l" defTabSz="946130" rtl="0" eaLnBrk="1" latinLnBrk="0" hangingPunct="1">
      <a:defRPr sz="2897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784519" algn="l" defTabSz="946130" rtl="0" eaLnBrk="1" latinLnBrk="0" hangingPunct="1">
      <a:defRPr sz="2897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41" userDrawn="1">
          <p15:clr>
            <a:srgbClr val="A4A3A4"/>
          </p15:clr>
        </p15:guide>
        <p15:guide id="2" orient="horz" pos="25764" userDrawn="1">
          <p15:clr>
            <a:srgbClr val="A4A3A4"/>
          </p15:clr>
        </p15:guide>
        <p15:guide id="3" orient="horz" pos="4893" userDrawn="1">
          <p15:clr>
            <a:srgbClr val="A4A3A4"/>
          </p15:clr>
        </p15:guide>
        <p15:guide id="4" orient="horz" pos="2794" userDrawn="1">
          <p15:clr>
            <a:srgbClr val="A4A3A4"/>
          </p15:clr>
        </p15:guide>
        <p15:guide id="5" pos="4707" userDrawn="1">
          <p15:clr>
            <a:srgbClr val="A4A3A4"/>
          </p15:clr>
        </p15:guide>
        <p15:guide id="6" pos="5323" userDrawn="1">
          <p15:clr>
            <a:srgbClr val="A4A3A4"/>
          </p15:clr>
        </p15:guide>
        <p15:guide id="7" pos="9687" userDrawn="1">
          <p15:clr>
            <a:srgbClr val="A4A3A4"/>
          </p15:clr>
        </p15:guide>
        <p15:guide id="8" pos="15524" userDrawn="1">
          <p15:clr>
            <a:srgbClr val="A4A3A4"/>
          </p15:clr>
        </p15:guide>
        <p15:guide id="9" pos="728" userDrawn="1">
          <p15:clr>
            <a:srgbClr val="A4A3A4"/>
          </p15:clr>
        </p15:guide>
        <p15:guide id="10" pos="10332" userDrawn="1">
          <p15:clr>
            <a:srgbClr val="A4A3A4"/>
          </p15:clr>
        </p15:guide>
        <p15:guide id="11" pos="14909" userDrawn="1">
          <p15:clr>
            <a:srgbClr val="A4A3A4"/>
          </p15:clr>
        </p15:guide>
        <p15:guide id="12" pos="195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355A"/>
    <a:srgbClr val="086238"/>
    <a:srgbClr val="36611E"/>
    <a:srgbClr val="FFFFFF"/>
    <a:srgbClr val="004270"/>
    <a:srgbClr val="D3201D"/>
    <a:srgbClr val="E0D9C9"/>
    <a:srgbClr val="FFFF66"/>
    <a:srgbClr val="191919"/>
    <a:srgbClr val="FFF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EDC869-8445-47FE-8250-577E44244FD2}" v="27" dt="2026-04-24T19:43:53.7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09" autoAdjust="0"/>
    <p:restoredTop sz="96973" autoAdjust="0"/>
  </p:normalViewPr>
  <p:slideViewPr>
    <p:cSldViewPr snapToGrid="0">
      <p:cViewPr>
        <p:scale>
          <a:sx n="100" d="100"/>
          <a:sy n="100" d="100"/>
        </p:scale>
        <p:origin x="72" y="-21018"/>
      </p:cViewPr>
      <p:guideLst>
        <p:guide orient="horz" pos="941"/>
        <p:guide orient="horz" pos="25764"/>
        <p:guide orient="horz" pos="4893"/>
        <p:guide orient="horz" pos="2794"/>
        <p:guide pos="4707"/>
        <p:guide pos="5323"/>
        <p:guide pos="9687"/>
        <p:guide pos="15524"/>
        <p:guide pos="728"/>
        <p:guide pos="10332"/>
        <p:guide pos="14909"/>
        <p:guide pos="195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50" d="100"/>
        <a:sy n="50" d="100"/>
      </p:scale>
      <p:origin x="0" y="0"/>
    </p:cViewPr>
  </p:notesText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RCIA HUERTA, RAUL ARTURO" userId="89ff9525-40a7-482b-9f71-7bfd8cf8216e" providerId="ADAL" clId="{9A0C8B32-44EC-4B84-B199-8BA3BBBC2784}"/>
    <pc:docChg chg="undo custSel modSld">
      <pc:chgData name="GARCIA HUERTA, RAUL ARTURO" userId="89ff9525-40a7-482b-9f71-7bfd8cf8216e" providerId="ADAL" clId="{9A0C8B32-44EC-4B84-B199-8BA3BBBC2784}" dt="2026-04-24T19:44:01.323" v="121" actId="20577"/>
      <pc:docMkLst>
        <pc:docMk/>
      </pc:docMkLst>
      <pc:sldChg chg="modSp mod">
        <pc:chgData name="GARCIA HUERTA, RAUL ARTURO" userId="89ff9525-40a7-482b-9f71-7bfd8cf8216e" providerId="ADAL" clId="{9A0C8B32-44EC-4B84-B199-8BA3BBBC2784}" dt="2026-04-24T19:44:01.323" v="121" actId="20577"/>
        <pc:sldMkLst>
          <pc:docMk/>
          <pc:sldMk cId="414014617" sldId="258"/>
        </pc:sldMkLst>
        <pc:spChg chg="mod">
          <ac:chgData name="GARCIA HUERTA, RAUL ARTURO" userId="89ff9525-40a7-482b-9f71-7bfd8cf8216e" providerId="ADAL" clId="{9A0C8B32-44EC-4B84-B199-8BA3BBBC2784}" dt="2026-04-24T19:43:18.078" v="115"/>
          <ac:spMkLst>
            <pc:docMk/>
            <pc:sldMk cId="414014617" sldId="258"/>
            <ac:spMk id="5" creationId="{10FC97A0-E584-83EA-5BE4-A3FA18D42B47}"/>
          </ac:spMkLst>
        </pc:spChg>
        <pc:spChg chg="mod">
          <ac:chgData name="GARCIA HUERTA, RAUL ARTURO" userId="89ff9525-40a7-482b-9f71-7bfd8cf8216e" providerId="ADAL" clId="{9A0C8B32-44EC-4B84-B199-8BA3BBBC2784}" dt="2026-04-24T19:43:02.500" v="112"/>
          <ac:spMkLst>
            <pc:docMk/>
            <pc:sldMk cId="414014617" sldId="258"/>
            <ac:spMk id="6" creationId="{9BB74B66-DE71-B9DF-312A-AD3D6E1BB69B}"/>
          </ac:spMkLst>
        </pc:spChg>
        <pc:spChg chg="mod">
          <ac:chgData name="GARCIA HUERTA, RAUL ARTURO" userId="89ff9525-40a7-482b-9f71-7bfd8cf8216e" providerId="ADAL" clId="{9A0C8B32-44EC-4B84-B199-8BA3BBBC2784}" dt="2026-04-24T19:40:57.811" v="100" actId="1036"/>
          <ac:spMkLst>
            <pc:docMk/>
            <pc:sldMk cId="414014617" sldId="258"/>
            <ac:spMk id="7" creationId="{B558BB49-8E20-5608-A1B0-268A2C6A7C98}"/>
          </ac:spMkLst>
        </pc:spChg>
        <pc:spChg chg="mod">
          <ac:chgData name="GARCIA HUERTA, RAUL ARTURO" userId="89ff9525-40a7-482b-9f71-7bfd8cf8216e" providerId="ADAL" clId="{9A0C8B32-44EC-4B84-B199-8BA3BBBC2784}" dt="2026-04-24T19:41:32.103" v="111" actId="1035"/>
          <ac:spMkLst>
            <pc:docMk/>
            <pc:sldMk cId="414014617" sldId="258"/>
            <ac:spMk id="8" creationId="{2668C14B-62B1-1578-B913-A5FE4F64634B}"/>
          </ac:spMkLst>
        </pc:spChg>
        <pc:spChg chg="mod">
          <ac:chgData name="GARCIA HUERTA, RAUL ARTURO" userId="89ff9525-40a7-482b-9f71-7bfd8cf8216e" providerId="ADAL" clId="{9A0C8B32-44EC-4B84-B199-8BA3BBBC2784}" dt="2026-04-24T19:37:50.883" v="21" actId="1035"/>
          <ac:spMkLst>
            <pc:docMk/>
            <pc:sldMk cId="414014617" sldId="258"/>
            <ac:spMk id="10" creationId="{EF4D476E-1187-A438-8A6D-E9F4A15222A3}"/>
          </ac:spMkLst>
        </pc:spChg>
        <pc:spChg chg="mod">
          <ac:chgData name="GARCIA HUERTA, RAUL ARTURO" userId="89ff9525-40a7-482b-9f71-7bfd8cf8216e" providerId="ADAL" clId="{9A0C8B32-44EC-4B84-B199-8BA3BBBC2784}" dt="2026-04-24T19:40:47.825" v="80" actId="552"/>
          <ac:spMkLst>
            <pc:docMk/>
            <pc:sldMk cId="414014617" sldId="258"/>
            <ac:spMk id="12" creationId="{37D18901-37A1-FC28-DB76-0B0D5232C200}"/>
          </ac:spMkLst>
        </pc:spChg>
        <pc:spChg chg="mod">
          <ac:chgData name="GARCIA HUERTA, RAUL ARTURO" userId="89ff9525-40a7-482b-9f71-7bfd8cf8216e" providerId="ADAL" clId="{9A0C8B32-44EC-4B84-B199-8BA3BBBC2784}" dt="2026-04-24T19:44:01.323" v="121" actId="20577"/>
          <ac:spMkLst>
            <pc:docMk/>
            <pc:sldMk cId="414014617" sldId="258"/>
            <ac:spMk id="13" creationId="{A41035A1-D5B0-3750-A4BC-08AA98E019BE}"/>
          </ac:spMkLst>
        </pc:spChg>
        <pc:spChg chg="mod">
          <ac:chgData name="GARCIA HUERTA, RAUL ARTURO" userId="89ff9525-40a7-482b-9f71-7bfd8cf8216e" providerId="ADAL" clId="{9A0C8B32-44EC-4B84-B199-8BA3BBBC2784}" dt="2026-04-24T19:43:15.562" v="114"/>
          <ac:spMkLst>
            <pc:docMk/>
            <pc:sldMk cId="414014617" sldId="258"/>
            <ac:spMk id="14" creationId="{1050E230-2A60-6C68-1ACC-F43D7571F12A}"/>
          </ac:spMkLst>
        </pc:spChg>
        <pc:grpChg chg="mod">
          <ac:chgData name="GARCIA HUERTA, RAUL ARTURO" userId="89ff9525-40a7-482b-9f71-7bfd8cf8216e" providerId="ADAL" clId="{9A0C8B32-44EC-4B84-B199-8BA3BBBC2784}" dt="2026-04-24T19:38:30.624" v="50" actId="554"/>
          <ac:grpSpMkLst>
            <pc:docMk/>
            <pc:sldMk cId="414014617" sldId="258"/>
            <ac:grpSpMk id="41" creationId="{1B75FC90-4997-9AF4-2284-7F2E0D27B565}"/>
          </ac:grpSpMkLst>
        </pc:grpChg>
        <pc:grpChg chg="mod">
          <ac:chgData name="GARCIA HUERTA, RAUL ARTURO" userId="89ff9525-40a7-482b-9f71-7bfd8cf8216e" providerId="ADAL" clId="{9A0C8B32-44EC-4B84-B199-8BA3BBBC2784}" dt="2026-04-24T19:40:57.811" v="100" actId="1036"/>
          <ac:grpSpMkLst>
            <pc:docMk/>
            <pc:sldMk cId="414014617" sldId="258"/>
            <ac:grpSpMk id="52" creationId="{D5BA9177-F82A-8C47-084B-258A1B783DE0}"/>
          </ac:grpSpMkLst>
        </pc:grpChg>
        <pc:grpChg chg="mod">
          <ac:chgData name="GARCIA HUERTA, RAUL ARTURO" userId="89ff9525-40a7-482b-9f71-7bfd8cf8216e" providerId="ADAL" clId="{9A0C8B32-44EC-4B84-B199-8BA3BBBC2784}" dt="2026-04-24T19:38:30.624" v="50" actId="554"/>
          <ac:grpSpMkLst>
            <pc:docMk/>
            <pc:sldMk cId="414014617" sldId="258"/>
            <ac:grpSpMk id="56" creationId="{8D4BDA64-7728-D455-EE79-4E5B3172766E}"/>
          </ac:grpSpMkLst>
        </pc:grpChg>
        <pc:grpChg chg="mod">
          <ac:chgData name="GARCIA HUERTA, RAUL ARTURO" userId="89ff9525-40a7-482b-9f71-7bfd8cf8216e" providerId="ADAL" clId="{9A0C8B32-44EC-4B84-B199-8BA3BBBC2784}" dt="2026-04-24T19:40:57.811" v="100" actId="1036"/>
          <ac:grpSpMkLst>
            <pc:docMk/>
            <pc:sldMk cId="414014617" sldId="258"/>
            <ac:grpSpMk id="60" creationId="{260FC2C7-EE12-40E0-E1BB-E9EA956D579A}"/>
          </ac:grpSpMkLst>
        </pc:grpChg>
        <pc:grpChg chg="mod">
          <ac:chgData name="GARCIA HUERTA, RAUL ARTURO" userId="89ff9525-40a7-482b-9f71-7bfd8cf8216e" providerId="ADAL" clId="{9A0C8B32-44EC-4B84-B199-8BA3BBBC2784}" dt="2026-04-24T19:40:27.394" v="76" actId="1076"/>
          <ac:grpSpMkLst>
            <pc:docMk/>
            <pc:sldMk cId="414014617" sldId="258"/>
            <ac:grpSpMk id="65" creationId="{DCAD4BC6-276E-F894-FDFE-859E2EF27CF2}"/>
          </ac:grpSpMkLst>
        </pc:grpChg>
        <pc:grpChg chg="mod">
          <ac:chgData name="GARCIA HUERTA, RAUL ARTURO" userId="89ff9525-40a7-482b-9f71-7bfd8cf8216e" providerId="ADAL" clId="{9A0C8B32-44EC-4B84-B199-8BA3BBBC2784}" dt="2026-04-24T19:40:47.825" v="80" actId="552"/>
          <ac:grpSpMkLst>
            <pc:docMk/>
            <pc:sldMk cId="414014617" sldId="258"/>
            <ac:grpSpMk id="66" creationId="{A99A512D-99D6-BF07-C0CA-E4B38176D098}"/>
          </ac:grpSpMkLst>
        </pc:gr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8C9F45-33E8-4102-B3F8-299B62063D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14265275" cy="2560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73F00C-A02E-4E80-A5B2-0D812C01E42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18646775" y="0"/>
            <a:ext cx="14263688" cy="2560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50E103E-2D96-4258-A63E-8968B82B0BB6}" type="datetime1">
              <a:rPr lang="en-US" altLang="es-MX"/>
              <a:pPr>
                <a:defRPr/>
              </a:pPr>
              <a:t>4/24/2026</a:t>
            </a:fld>
            <a:endParaRPr lang="en-US" altLang="es-MX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A69232F-92C6-429A-B0C4-2B7E8B97B6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59888" y="3840163"/>
            <a:ext cx="14398625" cy="19202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s-MX" altLang="es-MX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E38A8D3-3EC9-46F9-974F-78DADFE31C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92475" y="24323675"/>
            <a:ext cx="26333450" cy="230425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altLang="es-MX" noProof="0"/>
              <a:t>Click to edit Master text styles</a:t>
            </a:r>
          </a:p>
          <a:p>
            <a:pPr lvl="1"/>
            <a:r>
              <a:rPr lang="en-US" altLang="es-MX" noProof="0"/>
              <a:t>Second level</a:t>
            </a:r>
          </a:p>
          <a:p>
            <a:pPr lvl="2"/>
            <a:r>
              <a:rPr lang="en-US" altLang="es-MX" noProof="0"/>
              <a:t>Third level</a:t>
            </a:r>
          </a:p>
          <a:p>
            <a:pPr lvl="3"/>
            <a:r>
              <a:rPr lang="en-US" altLang="es-MX" noProof="0"/>
              <a:t>Fourth level</a:t>
            </a:r>
          </a:p>
          <a:p>
            <a:pPr lvl="4"/>
            <a:r>
              <a:rPr lang="en-US" altLang="es-MX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750931-D897-467C-BB9A-FC52D672E49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48637825"/>
            <a:ext cx="14265275" cy="25590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08AB84-1121-4FAA-AB6F-BD37D5225E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8646775" y="48637825"/>
            <a:ext cx="14263688" cy="25590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4942480A-2C8E-4558-9902-01FC8AA246A8}" type="slidenum">
              <a:rPr lang="en-US" altLang="es-MX"/>
              <a:pPr/>
              <a:t>‹Nº›</a:t>
            </a:fld>
            <a:endParaRPr lang="en-US" alt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13932" rtl="0" eaLnBrk="0" fontAlgn="base" hangingPunct="0">
      <a:spcBef>
        <a:spcPct val="30000"/>
      </a:spcBef>
      <a:spcAft>
        <a:spcPct val="0"/>
      </a:spcAft>
      <a:defRPr sz="1138" kern="1200">
        <a:solidFill>
          <a:schemeClr val="tx1"/>
        </a:solidFill>
        <a:latin typeface="+mn-lt"/>
        <a:ea typeface="MS PGothic" pitchFamily="34" charset="-128"/>
        <a:cs typeface="MS PGothic" pitchFamily="34" charset="-128"/>
      </a:defRPr>
    </a:lvl1pPr>
    <a:lvl2pPr marL="413932" algn="l" defTabSz="413932" rtl="0" eaLnBrk="0" fontAlgn="base" hangingPunct="0">
      <a:spcBef>
        <a:spcPct val="30000"/>
      </a:spcBef>
      <a:spcAft>
        <a:spcPct val="0"/>
      </a:spcAft>
      <a:defRPr sz="1138" kern="1200">
        <a:solidFill>
          <a:schemeClr val="tx1"/>
        </a:solidFill>
        <a:latin typeface="+mn-lt"/>
        <a:ea typeface="MS PGothic" pitchFamily="34" charset="-128"/>
        <a:cs typeface="+mn-cs"/>
      </a:defRPr>
    </a:lvl2pPr>
    <a:lvl3pPr marL="829507" algn="l" defTabSz="413932" rtl="0" eaLnBrk="0" fontAlgn="base" hangingPunct="0">
      <a:spcBef>
        <a:spcPct val="30000"/>
      </a:spcBef>
      <a:spcAft>
        <a:spcPct val="0"/>
      </a:spcAft>
      <a:defRPr sz="1138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245080" algn="l" defTabSz="413932" rtl="0" eaLnBrk="0" fontAlgn="base" hangingPunct="0">
      <a:spcBef>
        <a:spcPct val="30000"/>
      </a:spcBef>
      <a:spcAft>
        <a:spcPct val="0"/>
      </a:spcAft>
      <a:defRPr sz="1138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660655" algn="l" defTabSz="413932" rtl="0" eaLnBrk="0" fontAlgn="base" hangingPunct="0">
      <a:spcBef>
        <a:spcPct val="30000"/>
      </a:spcBef>
      <a:spcAft>
        <a:spcPct val="0"/>
      </a:spcAft>
      <a:defRPr sz="1138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076659" algn="l" defTabSz="415333" rtl="0" eaLnBrk="1" latinLnBrk="0" hangingPunct="1">
      <a:defRPr sz="1138" kern="1200">
        <a:solidFill>
          <a:schemeClr val="tx1"/>
        </a:solidFill>
        <a:latin typeface="+mn-lt"/>
        <a:ea typeface="+mn-ea"/>
        <a:cs typeface="+mn-cs"/>
      </a:defRPr>
    </a:lvl6pPr>
    <a:lvl7pPr marL="2491992" algn="l" defTabSz="415333" rtl="0" eaLnBrk="1" latinLnBrk="0" hangingPunct="1">
      <a:defRPr sz="1138" kern="1200">
        <a:solidFill>
          <a:schemeClr val="tx1"/>
        </a:solidFill>
        <a:latin typeface="+mn-lt"/>
        <a:ea typeface="+mn-ea"/>
        <a:cs typeface="+mn-cs"/>
      </a:defRPr>
    </a:lvl7pPr>
    <a:lvl8pPr marL="2907323" algn="l" defTabSz="415333" rtl="0" eaLnBrk="1" latinLnBrk="0" hangingPunct="1">
      <a:defRPr sz="1138" kern="1200">
        <a:solidFill>
          <a:schemeClr val="tx1"/>
        </a:solidFill>
        <a:latin typeface="+mn-lt"/>
        <a:ea typeface="+mn-ea"/>
        <a:cs typeface="+mn-cs"/>
      </a:defRPr>
    </a:lvl8pPr>
    <a:lvl9pPr marL="3322656" algn="l" defTabSz="415333" rtl="0" eaLnBrk="1" latinLnBrk="0" hangingPunct="1">
      <a:defRPr sz="11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2480A-2C8E-4558-9902-01FC8AA246A8}" type="slidenum">
              <a:rPr lang="en-US" altLang="es-MX" smtClean="0"/>
              <a:pPr/>
              <a:t>1</a:t>
            </a:fld>
            <a:endParaRPr lang="en-US" altLang="es-MX"/>
          </a:p>
        </p:txBody>
      </p:sp>
    </p:spTree>
    <p:extLst>
      <p:ext uri="{BB962C8B-B14F-4D97-AF65-F5344CB8AC3E}">
        <p14:creationId xmlns:p14="http://schemas.microsoft.com/office/powerpoint/2010/main" val="408309766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751" y="13421035"/>
            <a:ext cx="27539796" cy="925847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59493" y="24479532"/>
            <a:ext cx="22680305" cy="11041830"/>
          </a:xfrm>
        </p:spPr>
        <p:txBody>
          <a:bodyPr/>
          <a:lstStyle>
            <a:lvl1pPr marL="0" indent="0" algn="ctr">
              <a:buNone/>
              <a:defRPr/>
            </a:lvl1pPr>
            <a:lvl2pPr marL="405217" indent="0" algn="ctr">
              <a:buNone/>
              <a:defRPr/>
            </a:lvl2pPr>
            <a:lvl3pPr marL="810433" indent="0" algn="ctr">
              <a:buNone/>
              <a:defRPr/>
            </a:lvl3pPr>
            <a:lvl4pPr marL="1215649" indent="0" algn="ctr">
              <a:buNone/>
              <a:defRPr/>
            </a:lvl4pPr>
            <a:lvl5pPr marL="1620866" indent="0" algn="ctr">
              <a:buNone/>
              <a:defRPr/>
            </a:lvl5pPr>
            <a:lvl6pPr marL="2026083" indent="0" algn="ctr">
              <a:buNone/>
              <a:defRPr/>
            </a:lvl6pPr>
            <a:lvl7pPr marL="2431300" indent="0" algn="ctr">
              <a:buNone/>
              <a:defRPr/>
            </a:lvl7pPr>
            <a:lvl8pPr marL="2836515" indent="0" algn="ctr">
              <a:buNone/>
              <a:defRPr/>
            </a:lvl8pPr>
            <a:lvl9pPr marL="3241733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02FB4E4-76AE-1FC3-CA0F-52B2448DDF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19AA258-C1E4-E902-3BB8-635CEC6BB5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CF1516B-9374-2A14-0BA1-ABF4F407E4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A28158-51F1-4515-A46F-9B6ACCE37FCF}" type="slidenum">
              <a:rPr lang="en-US" altLang="es-MX"/>
              <a:pPr/>
              <a:t>‹Nº›</a:t>
            </a:fld>
            <a:endParaRPr lang="en-US" altLang="es-MX"/>
          </a:p>
        </p:txBody>
      </p:sp>
    </p:spTree>
    <p:extLst>
      <p:ext uri="{BB962C8B-B14F-4D97-AF65-F5344CB8AC3E}">
        <p14:creationId xmlns:p14="http://schemas.microsoft.com/office/powerpoint/2010/main" val="2762910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4595A8-D68C-1BB1-2143-64A0087B8E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01F0627-7C1F-040E-4633-86BFD7AA36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0973F63-BDAA-8F3C-FEA1-1DD9FA606C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0A21BC-6F74-438F-9B96-96A2C6BDB4DB}" type="slidenum">
              <a:rPr lang="en-US" altLang="es-MX"/>
              <a:pPr/>
              <a:t>‹Nº›</a:t>
            </a:fld>
            <a:endParaRPr lang="en-US" altLang="es-MX"/>
          </a:p>
        </p:txBody>
      </p:sp>
    </p:spTree>
    <p:extLst>
      <p:ext uri="{BB962C8B-B14F-4D97-AF65-F5344CB8AC3E}">
        <p14:creationId xmlns:p14="http://schemas.microsoft.com/office/powerpoint/2010/main" val="607098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9323" y="27760831"/>
            <a:ext cx="27539796" cy="8579294"/>
          </a:xfrm>
        </p:spPr>
        <p:txBody>
          <a:bodyPr anchor="t"/>
          <a:lstStyle>
            <a:lvl1pPr algn="l">
              <a:defRPr sz="35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59323" y="18310690"/>
            <a:ext cx="27539796" cy="9450140"/>
          </a:xfrm>
        </p:spPr>
        <p:txBody>
          <a:bodyPr anchor="b"/>
          <a:lstStyle>
            <a:lvl1pPr marL="0" indent="0">
              <a:buNone/>
              <a:defRPr sz="1817"/>
            </a:lvl1pPr>
            <a:lvl2pPr marL="405217" indent="0">
              <a:buNone/>
              <a:defRPr sz="1615"/>
            </a:lvl2pPr>
            <a:lvl3pPr marL="810433" indent="0">
              <a:buNone/>
              <a:defRPr sz="1413"/>
            </a:lvl3pPr>
            <a:lvl4pPr marL="1215649" indent="0">
              <a:buNone/>
              <a:defRPr sz="1211"/>
            </a:lvl4pPr>
            <a:lvl5pPr marL="1620866" indent="0">
              <a:buNone/>
              <a:defRPr sz="1211"/>
            </a:lvl5pPr>
            <a:lvl6pPr marL="2026083" indent="0">
              <a:buNone/>
              <a:defRPr sz="1211"/>
            </a:lvl6pPr>
            <a:lvl7pPr marL="2431300" indent="0">
              <a:buNone/>
              <a:defRPr sz="1211"/>
            </a:lvl7pPr>
            <a:lvl8pPr marL="2836515" indent="0">
              <a:buNone/>
              <a:defRPr sz="1211"/>
            </a:lvl8pPr>
            <a:lvl9pPr marL="3241733" indent="0">
              <a:buNone/>
              <a:defRPr sz="12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E8F76D1-50A6-BE66-5053-FD3E954268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6BFA566-4D4E-9389-48E5-988F8F34C1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1EBBEFD-9D4B-2D36-F1CE-2A09032AFB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A30E3C-5CA8-4161-8B50-FFCFF08E565A}" type="slidenum">
              <a:rPr lang="en-US" altLang="es-MX"/>
              <a:pPr/>
              <a:t>‹Nº›</a:t>
            </a:fld>
            <a:endParaRPr lang="en-US" altLang="es-MX"/>
          </a:p>
        </p:txBody>
      </p:sp>
    </p:spTree>
    <p:extLst>
      <p:ext uri="{BB962C8B-B14F-4D97-AF65-F5344CB8AC3E}">
        <p14:creationId xmlns:p14="http://schemas.microsoft.com/office/powerpoint/2010/main" val="1559147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29751" y="12481439"/>
            <a:ext cx="13721685" cy="25919131"/>
          </a:xfrm>
        </p:spPr>
        <p:txBody>
          <a:bodyPr/>
          <a:lstStyle>
            <a:lvl1pPr>
              <a:defRPr sz="2524"/>
            </a:lvl1pPr>
            <a:lvl2pPr>
              <a:defRPr sz="2120"/>
            </a:lvl2pPr>
            <a:lvl3pPr>
              <a:defRPr sz="1817"/>
            </a:lvl3pPr>
            <a:lvl4pPr>
              <a:defRPr sz="1615"/>
            </a:lvl4pPr>
            <a:lvl5pPr>
              <a:defRPr sz="1615"/>
            </a:lvl5pPr>
            <a:lvl6pPr>
              <a:defRPr sz="1615"/>
            </a:lvl6pPr>
            <a:lvl7pPr>
              <a:defRPr sz="1615"/>
            </a:lvl7pPr>
            <a:lvl8pPr>
              <a:defRPr sz="1615"/>
            </a:lvl8pPr>
            <a:lvl9pPr>
              <a:defRPr sz="16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47859" y="12481439"/>
            <a:ext cx="13721685" cy="25919131"/>
          </a:xfrm>
        </p:spPr>
        <p:txBody>
          <a:bodyPr/>
          <a:lstStyle>
            <a:lvl1pPr>
              <a:defRPr sz="2524"/>
            </a:lvl1pPr>
            <a:lvl2pPr>
              <a:defRPr sz="2120"/>
            </a:lvl2pPr>
            <a:lvl3pPr>
              <a:defRPr sz="1817"/>
            </a:lvl3pPr>
            <a:lvl4pPr>
              <a:defRPr sz="1615"/>
            </a:lvl4pPr>
            <a:lvl5pPr>
              <a:defRPr sz="1615"/>
            </a:lvl5pPr>
            <a:lvl6pPr>
              <a:defRPr sz="1615"/>
            </a:lvl6pPr>
            <a:lvl7pPr>
              <a:defRPr sz="1615"/>
            </a:lvl7pPr>
            <a:lvl8pPr>
              <a:defRPr sz="1615"/>
            </a:lvl8pPr>
            <a:lvl9pPr>
              <a:defRPr sz="16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FF6745-7817-DBCF-2946-36FA8FF392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974577-269C-D127-2E40-8E9FFF2D10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8DDF14-E606-17F6-8AFB-A1B038F0FC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A5F4B1-BB77-44ED-BA01-C6B7AA0A5F00}" type="slidenum">
              <a:rPr lang="en-US" altLang="es-MX"/>
              <a:pPr/>
              <a:t>‹Nº›</a:t>
            </a:fld>
            <a:endParaRPr lang="en-US" altLang="es-MX"/>
          </a:p>
        </p:txBody>
      </p:sp>
    </p:spTree>
    <p:extLst>
      <p:ext uri="{BB962C8B-B14F-4D97-AF65-F5344CB8AC3E}">
        <p14:creationId xmlns:p14="http://schemas.microsoft.com/office/powerpoint/2010/main" val="760560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0168" y="1729192"/>
            <a:ext cx="29158957" cy="720010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0168" y="9670978"/>
            <a:ext cx="14315310" cy="4029227"/>
          </a:xfrm>
        </p:spPr>
        <p:txBody>
          <a:bodyPr anchor="b"/>
          <a:lstStyle>
            <a:lvl1pPr marL="0" indent="0">
              <a:buNone/>
              <a:defRPr sz="2120" b="1"/>
            </a:lvl1pPr>
            <a:lvl2pPr marL="405217" indent="0">
              <a:buNone/>
              <a:defRPr sz="1817" b="1"/>
            </a:lvl2pPr>
            <a:lvl3pPr marL="810433" indent="0">
              <a:buNone/>
              <a:defRPr sz="1615" b="1"/>
            </a:lvl3pPr>
            <a:lvl4pPr marL="1215649" indent="0">
              <a:buNone/>
              <a:defRPr sz="1413" b="1"/>
            </a:lvl4pPr>
            <a:lvl5pPr marL="1620866" indent="0">
              <a:buNone/>
              <a:defRPr sz="1413" b="1"/>
            </a:lvl5pPr>
            <a:lvl6pPr marL="2026083" indent="0">
              <a:buNone/>
              <a:defRPr sz="1413" b="1"/>
            </a:lvl6pPr>
            <a:lvl7pPr marL="2431300" indent="0">
              <a:buNone/>
              <a:defRPr sz="1413" b="1"/>
            </a:lvl7pPr>
            <a:lvl8pPr marL="2836515" indent="0">
              <a:buNone/>
              <a:defRPr sz="1413" b="1"/>
            </a:lvl8pPr>
            <a:lvl9pPr marL="3241733" indent="0">
              <a:buNone/>
              <a:defRPr sz="14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0168" y="13700207"/>
            <a:ext cx="14315310" cy="24889951"/>
          </a:xfrm>
        </p:spPr>
        <p:txBody>
          <a:bodyPr/>
          <a:lstStyle>
            <a:lvl1pPr>
              <a:defRPr sz="2120"/>
            </a:lvl1pPr>
            <a:lvl2pPr>
              <a:defRPr sz="1817"/>
            </a:lvl2pPr>
            <a:lvl3pPr>
              <a:defRPr sz="1615"/>
            </a:lvl3pPr>
            <a:lvl4pPr>
              <a:defRPr sz="1413"/>
            </a:lvl4pPr>
            <a:lvl5pPr>
              <a:defRPr sz="1413"/>
            </a:lvl5pPr>
            <a:lvl6pPr>
              <a:defRPr sz="1413"/>
            </a:lvl6pPr>
            <a:lvl7pPr>
              <a:defRPr sz="1413"/>
            </a:lvl7pPr>
            <a:lvl8pPr>
              <a:defRPr sz="1413"/>
            </a:lvl8pPr>
            <a:lvl9pPr>
              <a:defRPr sz="14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58789" y="9670978"/>
            <a:ext cx="14320334" cy="4029227"/>
          </a:xfrm>
        </p:spPr>
        <p:txBody>
          <a:bodyPr anchor="b"/>
          <a:lstStyle>
            <a:lvl1pPr marL="0" indent="0">
              <a:buNone/>
              <a:defRPr sz="2120" b="1"/>
            </a:lvl1pPr>
            <a:lvl2pPr marL="405217" indent="0">
              <a:buNone/>
              <a:defRPr sz="1817" b="1"/>
            </a:lvl2pPr>
            <a:lvl3pPr marL="810433" indent="0">
              <a:buNone/>
              <a:defRPr sz="1615" b="1"/>
            </a:lvl3pPr>
            <a:lvl4pPr marL="1215649" indent="0">
              <a:buNone/>
              <a:defRPr sz="1413" b="1"/>
            </a:lvl4pPr>
            <a:lvl5pPr marL="1620866" indent="0">
              <a:buNone/>
              <a:defRPr sz="1413" b="1"/>
            </a:lvl5pPr>
            <a:lvl6pPr marL="2026083" indent="0">
              <a:buNone/>
              <a:defRPr sz="1413" b="1"/>
            </a:lvl6pPr>
            <a:lvl7pPr marL="2431300" indent="0">
              <a:buNone/>
              <a:defRPr sz="1413" b="1"/>
            </a:lvl7pPr>
            <a:lvl8pPr marL="2836515" indent="0">
              <a:buNone/>
              <a:defRPr sz="1413" b="1"/>
            </a:lvl8pPr>
            <a:lvl9pPr marL="3241733" indent="0">
              <a:buNone/>
              <a:defRPr sz="14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58789" y="13700207"/>
            <a:ext cx="14320334" cy="24889951"/>
          </a:xfrm>
        </p:spPr>
        <p:txBody>
          <a:bodyPr/>
          <a:lstStyle>
            <a:lvl1pPr>
              <a:defRPr sz="2120"/>
            </a:lvl1pPr>
            <a:lvl2pPr>
              <a:defRPr sz="1817"/>
            </a:lvl2pPr>
            <a:lvl3pPr>
              <a:defRPr sz="1615"/>
            </a:lvl3pPr>
            <a:lvl4pPr>
              <a:defRPr sz="1413"/>
            </a:lvl4pPr>
            <a:lvl5pPr>
              <a:defRPr sz="1413"/>
            </a:lvl5pPr>
            <a:lvl6pPr>
              <a:defRPr sz="1413"/>
            </a:lvl6pPr>
            <a:lvl7pPr>
              <a:defRPr sz="1413"/>
            </a:lvl7pPr>
            <a:lvl8pPr>
              <a:defRPr sz="1413"/>
            </a:lvl8pPr>
            <a:lvl9pPr>
              <a:defRPr sz="14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66B78E8-1BEB-E7D2-C75B-8DB4B8803A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69D9EC9-F01D-B39B-8C2F-4F2B4449F1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392ECD6-7FF3-F791-4315-59CC695DC5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E7203E-F8FC-421F-A647-E64D04216488}" type="slidenum">
              <a:rPr lang="en-US" altLang="es-MX"/>
              <a:pPr/>
              <a:t>‹Nº›</a:t>
            </a:fld>
            <a:endParaRPr lang="en-US" altLang="es-MX"/>
          </a:p>
        </p:txBody>
      </p:sp>
    </p:spTree>
    <p:extLst>
      <p:ext uri="{BB962C8B-B14F-4D97-AF65-F5344CB8AC3E}">
        <p14:creationId xmlns:p14="http://schemas.microsoft.com/office/powerpoint/2010/main" val="2084652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BB30C70-35B9-3D5B-685B-B216498112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FBD79E3-A056-96EB-EB0B-787C3A9D1B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DC258DA-BF41-4723-2E13-90D3D930E0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6256B5-D507-4C95-9C49-46C18F97E711}" type="slidenum">
              <a:rPr lang="en-US" altLang="es-MX"/>
              <a:pPr/>
              <a:t>‹Nº›</a:t>
            </a:fld>
            <a:endParaRPr lang="en-US" altLang="es-MX"/>
          </a:p>
        </p:txBody>
      </p:sp>
    </p:spTree>
    <p:extLst>
      <p:ext uri="{BB962C8B-B14F-4D97-AF65-F5344CB8AC3E}">
        <p14:creationId xmlns:p14="http://schemas.microsoft.com/office/powerpoint/2010/main" val="1084912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C12948A-DA0D-BCB8-A4D2-C5A3FB30A0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5B94209-2F85-BC01-CCD3-16BC32441C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0B13C7D-A6D8-9C95-63B0-BB868BA9F0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F365BD-7F89-4C2B-B029-923057D43F38}" type="slidenum">
              <a:rPr lang="en-US" altLang="es-MX"/>
              <a:pPr/>
              <a:t>‹Nº›</a:t>
            </a:fld>
            <a:endParaRPr lang="en-US" altLang="es-MX"/>
          </a:p>
        </p:txBody>
      </p:sp>
    </p:spTree>
    <p:extLst>
      <p:ext uri="{BB962C8B-B14F-4D97-AF65-F5344CB8AC3E}">
        <p14:creationId xmlns:p14="http://schemas.microsoft.com/office/powerpoint/2010/main" val="3148986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0167" y="1720860"/>
            <a:ext cx="10659142" cy="7318857"/>
          </a:xfrm>
        </p:spPr>
        <p:txBody>
          <a:bodyPr anchor="b"/>
          <a:lstStyle>
            <a:lvl1pPr algn="l">
              <a:defRPr sz="181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67024" y="1720862"/>
            <a:ext cx="18112101" cy="36869294"/>
          </a:xfrm>
        </p:spPr>
        <p:txBody>
          <a:bodyPr/>
          <a:lstStyle>
            <a:lvl1pPr>
              <a:defRPr sz="2827"/>
            </a:lvl1pPr>
            <a:lvl2pPr>
              <a:defRPr sz="2524"/>
            </a:lvl2pPr>
            <a:lvl3pPr>
              <a:defRPr sz="2120"/>
            </a:lvl3pPr>
            <a:lvl4pPr>
              <a:defRPr sz="1817"/>
            </a:lvl4pPr>
            <a:lvl5pPr>
              <a:defRPr sz="1817"/>
            </a:lvl5pPr>
            <a:lvl6pPr>
              <a:defRPr sz="1817"/>
            </a:lvl6pPr>
            <a:lvl7pPr>
              <a:defRPr sz="1817"/>
            </a:lvl7pPr>
            <a:lvl8pPr>
              <a:defRPr sz="1817"/>
            </a:lvl8pPr>
            <a:lvl9pPr>
              <a:defRPr sz="181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20167" y="9039720"/>
            <a:ext cx="10659142" cy="29550437"/>
          </a:xfrm>
        </p:spPr>
        <p:txBody>
          <a:bodyPr/>
          <a:lstStyle>
            <a:lvl1pPr marL="0" indent="0">
              <a:buNone/>
              <a:defRPr sz="1211"/>
            </a:lvl1pPr>
            <a:lvl2pPr marL="405217" indent="0">
              <a:buNone/>
              <a:defRPr sz="1110"/>
            </a:lvl2pPr>
            <a:lvl3pPr marL="810433" indent="0">
              <a:buNone/>
              <a:defRPr sz="909"/>
            </a:lvl3pPr>
            <a:lvl4pPr marL="1215649" indent="0">
              <a:buNone/>
              <a:defRPr sz="808"/>
            </a:lvl4pPr>
            <a:lvl5pPr marL="1620866" indent="0">
              <a:buNone/>
              <a:defRPr sz="808"/>
            </a:lvl5pPr>
            <a:lvl6pPr marL="2026083" indent="0">
              <a:buNone/>
              <a:defRPr sz="808"/>
            </a:lvl6pPr>
            <a:lvl7pPr marL="2431300" indent="0">
              <a:buNone/>
              <a:defRPr sz="808"/>
            </a:lvl7pPr>
            <a:lvl8pPr marL="2836515" indent="0">
              <a:buNone/>
              <a:defRPr sz="808"/>
            </a:lvl8pPr>
            <a:lvl9pPr marL="3241733" indent="0">
              <a:buNone/>
              <a:defRPr sz="8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6B42FD-8420-448B-B1A8-FB510E6479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F73D60-A2F1-DF53-61F3-8FA1040353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C92B8E-50FE-B0A3-CC02-587B614E53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B90F7C-C1CB-488C-9D32-106E3304F155}" type="slidenum">
              <a:rPr lang="en-US" altLang="es-MX"/>
              <a:pPr/>
              <a:t>‹Nº›</a:t>
            </a:fld>
            <a:endParaRPr lang="en-US" altLang="es-MX"/>
          </a:p>
        </p:txBody>
      </p:sp>
    </p:spTree>
    <p:extLst>
      <p:ext uri="{BB962C8B-B14F-4D97-AF65-F5344CB8AC3E}">
        <p14:creationId xmlns:p14="http://schemas.microsoft.com/office/powerpoint/2010/main" val="1244768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87" y="30240033"/>
            <a:ext cx="19439974" cy="3570885"/>
          </a:xfrm>
        </p:spPr>
        <p:txBody>
          <a:bodyPr anchor="b"/>
          <a:lstStyle>
            <a:lvl1pPr algn="l">
              <a:defRPr sz="181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350087" y="3860479"/>
            <a:ext cx="19439974" cy="25919131"/>
          </a:xfrm>
        </p:spPr>
        <p:txBody>
          <a:bodyPr/>
          <a:lstStyle>
            <a:lvl1pPr marL="0" indent="0">
              <a:buNone/>
              <a:defRPr sz="2827"/>
            </a:lvl1pPr>
            <a:lvl2pPr marL="405217" indent="0">
              <a:buNone/>
              <a:defRPr sz="2524"/>
            </a:lvl2pPr>
            <a:lvl3pPr marL="810433" indent="0">
              <a:buNone/>
              <a:defRPr sz="2120"/>
            </a:lvl3pPr>
            <a:lvl4pPr marL="1215649" indent="0">
              <a:buNone/>
              <a:defRPr sz="1817"/>
            </a:lvl4pPr>
            <a:lvl5pPr marL="1620866" indent="0">
              <a:buNone/>
              <a:defRPr sz="1817"/>
            </a:lvl5pPr>
            <a:lvl6pPr marL="2026083" indent="0">
              <a:buNone/>
              <a:defRPr sz="1817"/>
            </a:lvl6pPr>
            <a:lvl7pPr marL="2431300" indent="0">
              <a:buNone/>
              <a:defRPr sz="1817"/>
            </a:lvl7pPr>
            <a:lvl8pPr marL="2836515" indent="0">
              <a:buNone/>
              <a:defRPr sz="1817"/>
            </a:lvl8pPr>
            <a:lvl9pPr marL="3241733" indent="0">
              <a:buNone/>
              <a:defRPr sz="1817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50087" y="33810919"/>
            <a:ext cx="19439974" cy="5068824"/>
          </a:xfrm>
        </p:spPr>
        <p:txBody>
          <a:bodyPr/>
          <a:lstStyle>
            <a:lvl1pPr marL="0" indent="0">
              <a:buNone/>
              <a:defRPr sz="1211"/>
            </a:lvl1pPr>
            <a:lvl2pPr marL="405217" indent="0">
              <a:buNone/>
              <a:defRPr sz="1110"/>
            </a:lvl2pPr>
            <a:lvl3pPr marL="810433" indent="0">
              <a:buNone/>
              <a:defRPr sz="909"/>
            </a:lvl3pPr>
            <a:lvl4pPr marL="1215649" indent="0">
              <a:buNone/>
              <a:defRPr sz="808"/>
            </a:lvl4pPr>
            <a:lvl5pPr marL="1620866" indent="0">
              <a:buNone/>
              <a:defRPr sz="808"/>
            </a:lvl5pPr>
            <a:lvl6pPr marL="2026083" indent="0">
              <a:buNone/>
              <a:defRPr sz="808"/>
            </a:lvl6pPr>
            <a:lvl7pPr marL="2431300" indent="0">
              <a:buNone/>
              <a:defRPr sz="808"/>
            </a:lvl7pPr>
            <a:lvl8pPr marL="2836515" indent="0">
              <a:buNone/>
              <a:defRPr sz="808"/>
            </a:lvl8pPr>
            <a:lvl9pPr marL="3241733" indent="0">
              <a:buNone/>
              <a:defRPr sz="8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104031-CC81-477D-D09E-78610D2B49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9A8DDE-B163-953F-8F2D-899CF75520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9A4716-0D3A-6899-DAB7-91804D8F50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46D78D-D192-4022-9C92-47A066F11252}" type="slidenum">
              <a:rPr lang="en-US" altLang="es-MX"/>
              <a:pPr/>
              <a:t>‹Nº›</a:t>
            </a:fld>
            <a:endParaRPr lang="en-US" altLang="es-MX"/>
          </a:p>
        </p:txBody>
      </p:sp>
    </p:spTree>
    <p:extLst>
      <p:ext uri="{BB962C8B-B14F-4D97-AF65-F5344CB8AC3E}">
        <p14:creationId xmlns:p14="http://schemas.microsoft.com/office/powerpoint/2010/main" val="1795357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02B574-5D6C-B7D3-3E8A-91C6088945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A38EA2-C547-D068-F0EE-BFFADB70EC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2A33197-09AB-1BA6-0685-3173B529EC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FBDE39-E460-4FF5-AF60-0FF12A8B1344}" type="slidenum">
              <a:rPr lang="en-US" altLang="es-MX"/>
              <a:pPr/>
              <a:t>‹Nº›</a:t>
            </a:fld>
            <a:endParaRPr lang="en-US" altLang="es-MX"/>
          </a:p>
        </p:txBody>
      </p:sp>
    </p:spTree>
    <p:extLst>
      <p:ext uri="{BB962C8B-B14F-4D97-AF65-F5344CB8AC3E}">
        <p14:creationId xmlns:p14="http://schemas.microsoft.com/office/powerpoint/2010/main" val="557550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085099" y="3839643"/>
            <a:ext cx="6884446" cy="345609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29746" y="3839643"/>
            <a:ext cx="20558924" cy="345609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A12E63F-1145-C9CF-F6E6-CD26B70BBF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1A24D8D-2B34-6FD8-208B-788E2B8CDA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41C6444-06F3-D42B-A377-64F27E92FD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B0F085-F9E8-4105-8892-4B58D359BDEC}" type="slidenum">
              <a:rPr lang="en-US" altLang="es-MX"/>
              <a:pPr/>
              <a:t>‹Nº›</a:t>
            </a:fld>
            <a:endParaRPr lang="en-US" altLang="es-MX"/>
          </a:p>
        </p:txBody>
      </p:sp>
    </p:spTree>
    <p:extLst>
      <p:ext uri="{BB962C8B-B14F-4D97-AF65-F5344CB8AC3E}">
        <p14:creationId xmlns:p14="http://schemas.microsoft.com/office/powerpoint/2010/main" val="35366054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88263EC-57AB-44D3-2EAA-2796963A7D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430032" y="3839772"/>
            <a:ext cx="27539225" cy="7200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57818" tIns="178910" rIns="357818" bIns="17891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MX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CD8B772-9C09-4FA4-0530-D16F906D87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430032" y="12482464"/>
            <a:ext cx="27539225" cy="25918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57818" tIns="178910" rIns="357818" bIns="1789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MX"/>
              <a:t>Click to edit Master text styles</a:t>
            </a:r>
          </a:p>
          <a:p>
            <a:pPr lvl="1"/>
            <a:r>
              <a:rPr lang="en-US" altLang="es-MX"/>
              <a:t>Second level</a:t>
            </a:r>
          </a:p>
          <a:p>
            <a:pPr lvl="2"/>
            <a:r>
              <a:rPr lang="en-US" altLang="es-MX"/>
              <a:t>Third level</a:t>
            </a:r>
          </a:p>
          <a:p>
            <a:pPr lvl="3"/>
            <a:r>
              <a:rPr lang="en-US" altLang="es-MX"/>
              <a:t>Fourth level</a:t>
            </a:r>
          </a:p>
          <a:p>
            <a:pPr lvl="4"/>
            <a:r>
              <a:rPr lang="en-US" altLang="es-MX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96581F4-8949-49C7-B81D-0FD8EB5C9AB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30032" y="39360867"/>
            <a:ext cx="6749710" cy="2879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57818" tIns="178910" rIns="357818" bIns="17891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545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F3DA45A-DC83-49AA-944E-F485BA46AD0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069389" y="39360867"/>
            <a:ext cx="10260511" cy="2879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57818" tIns="178910" rIns="357818" bIns="17891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545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E76BEEC-AE7C-42FC-ABA3-6140779C735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219546" y="39360867"/>
            <a:ext cx="6749710" cy="2879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57818" tIns="178910" rIns="357818" bIns="17891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5451">
                <a:latin typeface="Times New Roman" panose="02020603050405020304" pitchFamily="18" charset="0"/>
              </a:defRPr>
            </a:lvl1pPr>
          </a:lstStyle>
          <a:p>
            <a:fld id="{203465C5-B93A-41B0-8444-7B334150C380}" type="slidenum">
              <a:rPr lang="en-US" altLang="es-MX"/>
              <a:pPr/>
              <a:t>‹Nº›</a:t>
            </a:fld>
            <a:endParaRPr lang="en-US" alt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610616" rtl="0" eaLnBrk="0" fontAlgn="base" hangingPunct="0">
        <a:spcBef>
          <a:spcPct val="0"/>
        </a:spcBef>
        <a:spcAft>
          <a:spcPct val="0"/>
        </a:spcAft>
        <a:defRPr sz="17363">
          <a:solidFill>
            <a:schemeClr val="tx2"/>
          </a:solidFill>
          <a:latin typeface="+mj-lt"/>
          <a:ea typeface="MS PGothic" pitchFamily="34" charset="-128"/>
          <a:cs typeface="MS PGothic" pitchFamily="34" charset="-128"/>
        </a:defRPr>
      </a:lvl1pPr>
      <a:lvl2pPr algn="ctr" defTabSz="3610616" rtl="0" eaLnBrk="0" fontAlgn="base" hangingPunct="0">
        <a:spcBef>
          <a:spcPct val="0"/>
        </a:spcBef>
        <a:spcAft>
          <a:spcPct val="0"/>
        </a:spcAft>
        <a:defRPr sz="17363">
          <a:solidFill>
            <a:schemeClr val="tx2"/>
          </a:solidFill>
          <a:latin typeface="Times New Roman" pitchFamily="-65" charset="0"/>
          <a:ea typeface="MS PGothic" pitchFamily="34" charset="-128"/>
          <a:cs typeface="MS PGothic" pitchFamily="34" charset="-128"/>
        </a:defRPr>
      </a:lvl2pPr>
      <a:lvl3pPr algn="ctr" defTabSz="3610616" rtl="0" eaLnBrk="0" fontAlgn="base" hangingPunct="0">
        <a:spcBef>
          <a:spcPct val="0"/>
        </a:spcBef>
        <a:spcAft>
          <a:spcPct val="0"/>
        </a:spcAft>
        <a:defRPr sz="17363">
          <a:solidFill>
            <a:schemeClr val="tx2"/>
          </a:solidFill>
          <a:latin typeface="Times New Roman" pitchFamily="-65" charset="0"/>
          <a:ea typeface="MS PGothic" pitchFamily="34" charset="-128"/>
          <a:cs typeface="MS PGothic" pitchFamily="34" charset="-128"/>
        </a:defRPr>
      </a:lvl3pPr>
      <a:lvl4pPr algn="ctr" defTabSz="3610616" rtl="0" eaLnBrk="0" fontAlgn="base" hangingPunct="0">
        <a:spcBef>
          <a:spcPct val="0"/>
        </a:spcBef>
        <a:spcAft>
          <a:spcPct val="0"/>
        </a:spcAft>
        <a:defRPr sz="17363">
          <a:solidFill>
            <a:schemeClr val="tx2"/>
          </a:solidFill>
          <a:latin typeface="Times New Roman" pitchFamily="-65" charset="0"/>
          <a:ea typeface="MS PGothic" pitchFamily="34" charset="-128"/>
          <a:cs typeface="MS PGothic" pitchFamily="34" charset="-128"/>
        </a:defRPr>
      </a:lvl4pPr>
      <a:lvl5pPr algn="ctr" defTabSz="3610616" rtl="0" eaLnBrk="0" fontAlgn="base" hangingPunct="0">
        <a:spcBef>
          <a:spcPct val="0"/>
        </a:spcBef>
        <a:spcAft>
          <a:spcPct val="0"/>
        </a:spcAft>
        <a:defRPr sz="17363">
          <a:solidFill>
            <a:schemeClr val="tx2"/>
          </a:solidFill>
          <a:latin typeface="Times New Roman" pitchFamily="-65" charset="0"/>
          <a:ea typeface="MS PGothic" pitchFamily="34" charset="-128"/>
          <a:cs typeface="MS PGothic" pitchFamily="34" charset="-128"/>
        </a:defRPr>
      </a:lvl5pPr>
      <a:lvl6pPr marL="405217" algn="ctr" defTabSz="3611774" rtl="0" fontAlgn="base">
        <a:spcBef>
          <a:spcPct val="0"/>
        </a:spcBef>
        <a:spcAft>
          <a:spcPct val="0"/>
        </a:spcAft>
        <a:defRPr sz="17363">
          <a:solidFill>
            <a:schemeClr val="tx2"/>
          </a:solidFill>
          <a:latin typeface="Times New Roman" pitchFamily="-65" charset="0"/>
        </a:defRPr>
      </a:lvl6pPr>
      <a:lvl7pPr marL="810433" algn="ctr" defTabSz="3611774" rtl="0" fontAlgn="base">
        <a:spcBef>
          <a:spcPct val="0"/>
        </a:spcBef>
        <a:spcAft>
          <a:spcPct val="0"/>
        </a:spcAft>
        <a:defRPr sz="17363">
          <a:solidFill>
            <a:schemeClr val="tx2"/>
          </a:solidFill>
          <a:latin typeface="Times New Roman" pitchFamily="-65" charset="0"/>
        </a:defRPr>
      </a:lvl7pPr>
      <a:lvl8pPr marL="1215649" algn="ctr" defTabSz="3611774" rtl="0" fontAlgn="base">
        <a:spcBef>
          <a:spcPct val="0"/>
        </a:spcBef>
        <a:spcAft>
          <a:spcPct val="0"/>
        </a:spcAft>
        <a:defRPr sz="17363">
          <a:solidFill>
            <a:schemeClr val="tx2"/>
          </a:solidFill>
          <a:latin typeface="Times New Roman" pitchFamily="-65" charset="0"/>
        </a:defRPr>
      </a:lvl8pPr>
      <a:lvl9pPr marL="1620866" algn="ctr" defTabSz="3611774" rtl="0" fontAlgn="base">
        <a:spcBef>
          <a:spcPct val="0"/>
        </a:spcBef>
        <a:spcAft>
          <a:spcPct val="0"/>
        </a:spcAft>
        <a:defRPr sz="17363">
          <a:solidFill>
            <a:schemeClr val="tx2"/>
          </a:solidFill>
          <a:latin typeface="Times New Roman" pitchFamily="-65" charset="0"/>
        </a:defRPr>
      </a:lvl9pPr>
    </p:titleStyle>
    <p:bodyStyle>
      <a:lvl1pPr marL="1354182" indent="-1354182" algn="l" defTabSz="3610616" rtl="0" eaLnBrk="0" fontAlgn="base" hangingPunct="0">
        <a:spcBef>
          <a:spcPct val="20000"/>
        </a:spcBef>
        <a:spcAft>
          <a:spcPct val="0"/>
        </a:spcAft>
        <a:buChar char="•"/>
        <a:defRPr sz="12720">
          <a:solidFill>
            <a:schemeClr val="tx1"/>
          </a:solidFill>
          <a:latin typeface="+mn-lt"/>
          <a:ea typeface="MS PGothic" pitchFamily="34" charset="-128"/>
          <a:cs typeface="MS PGothic" pitchFamily="34" charset="-128"/>
        </a:defRPr>
      </a:lvl1pPr>
      <a:lvl2pPr marL="2934327" indent="-1128217" algn="l" defTabSz="3610616" rtl="0" eaLnBrk="0" fontAlgn="base" hangingPunct="0">
        <a:spcBef>
          <a:spcPct val="20000"/>
        </a:spcBef>
        <a:spcAft>
          <a:spcPct val="0"/>
        </a:spcAft>
        <a:buChar char="–"/>
        <a:defRPr sz="11105">
          <a:solidFill>
            <a:schemeClr val="tx1"/>
          </a:solidFill>
          <a:latin typeface="+mn-lt"/>
          <a:ea typeface="MS PGothic" pitchFamily="34" charset="-128"/>
        </a:defRPr>
      </a:lvl2pPr>
      <a:lvl3pPr marL="4514472" indent="-902254" algn="l" defTabSz="3610616" rtl="0" eaLnBrk="0" fontAlgn="base" hangingPunct="0">
        <a:spcBef>
          <a:spcPct val="20000"/>
        </a:spcBef>
        <a:spcAft>
          <a:spcPct val="0"/>
        </a:spcAft>
        <a:buChar char="•"/>
        <a:defRPr sz="9489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6320580" indent="-902254" algn="l" defTabSz="3610616" rtl="0" eaLnBrk="0" fontAlgn="base" hangingPunct="0">
        <a:spcBef>
          <a:spcPct val="20000"/>
        </a:spcBef>
        <a:spcAft>
          <a:spcPct val="0"/>
        </a:spcAft>
        <a:buChar char="–"/>
        <a:defRPr sz="7874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8126690" indent="-900651" algn="l" defTabSz="3610616" rtl="0" eaLnBrk="0" fontAlgn="base" hangingPunct="0">
        <a:spcBef>
          <a:spcPct val="20000"/>
        </a:spcBef>
        <a:spcAft>
          <a:spcPct val="0"/>
        </a:spcAft>
        <a:buChar char="»"/>
        <a:defRPr sz="7874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8532060" indent="-901888" algn="l" defTabSz="3611774" rtl="0" fontAlgn="base">
        <a:spcBef>
          <a:spcPct val="20000"/>
        </a:spcBef>
        <a:spcAft>
          <a:spcPct val="0"/>
        </a:spcAft>
        <a:buChar char="»"/>
        <a:defRPr sz="7874">
          <a:solidFill>
            <a:schemeClr val="tx1"/>
          </a:solidFill>
          <a:latin typeface="+mn-lt"/>
          <a:ea typeface="ＭＳ Ｐゴシック" pitchFamily="-65" charset="-128"/>
        </a:defRPr>
      </a:lvl6pPr>
      <a:lvl7pPr marL="8937276" indent="-901888" algn="l" defTabSz="3611774" rtl="0" fontAlgn="base">
        <a:spcBef>
          <a:spcPct val="20000"/>
        </a:spcBef>
        <a:spcAft>
          <a:spcPct val="0"/>
        </a:spcAft>
        <a:buChar char="»"/>
        <a:defRPr sz="7874">
          <a:solidFill>
            <a:schemeClr val="tx1"/>
          </a:solidFill>
          <a:latin typeface="+mn-lt"/>
          <a:ea typeface="ＭＳ Ｐゴシック" pitchFamily="-65" charset="-128"/>
        </a:defRPr>
      </a:lvl7pPr>
      <a:lvl8pPr marL="9342492" indent="-901888" algn="l" defTabSz="3611774" rtl="0" fontAlgn="base">
        <a:spcBef>
          <a:spcPct val="20000"/>
        </a:spcBef>
        <a:spcAft>
          <a:spcPct val="0"/>
        </a:spcAft>
        <a:buChar char="»"/>
        <a:defRPr sz="7874">
          <a:solidFill>
            <a:schemeClr val="tx1"/>
          </a:solidFill>
          <a:latin typeface="+mn-lt"/>
          <a:ea typeface="ＭＳ Ｐゴシック" pitchFamily="-65" charset="-128"/>
        </a:defRPr>
      </a:lvl8pPr>
      <a:lvl9pPr marL="9747710" indent="-901888" algn="l" defTabSz="3611774" rtl="0" fontAlgn="base">
        <a:spcBef>
          <a:spcPct val="20000"/>
        </a:spcBef>
        <a:spcAft>
          <a:spcPct val="0"/>
        </a:spcAft>
        <a:buChar char="»"/>
        <a:defRPr sz="7874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05217" rtl="0" eaLnBrk="1" latinLnBrk="0" hangingPunct="1">
        <a:defRPr sz="1615" kern="1200">
          <a:solidFill>
            <a:schemeClr val="tx1"/>
          </a:solidFill>
          <a:latin typeface="+mn-lt"/>
          <a:ea typeface="+mn-ea"/>
          <a:cs typeface="+mn-cs"/>
        </a:defRPr>
      </a:lvl1pPr>
      <a:lvl2pPr marL="405217" algn="l" defTabSz="405217" rtl="0" eaLnBrk="1" latinLnBrk="0" hangingPunct="1">
        <a:defRPr sz="1615" kern="1200">
          <a:solidFill>
            <a:schemeClr val="tx1"/>
          </a:solidFill>
          <a:latin typeface="+mn-lt"/>
          <a:ea typeface="+mn-ea"/>
          <a:cs typeface="+mn-cs"/>
        </a:defRPr>
      </a:lvl2pPr>
      <a:lvl3pPr marL="810433" algn="l" defTabSz="405217" rtl="0" eaLnBrk="1" latinLnBrk="0" hangingPunct="1">
        <a:defRPr sz="1615" kern="1200">
          <a:solidFill>
            <a:schemeClr val="tx1"/>
          </a:solidFill>
          <a:latin typeface="+mn-lt"/>
          <a:ea typeface="+mn-ea"/>
          <a:cs typeface="+mn-cs"/>
        </a:defRPr>
      </a:lvl3pPr>
      <a:lvl4pPr marL="1215649" algn="l" defTabSz="405217" rtl="0" eaLnBrk="1" latinLnBrk="0" hangingPunct="1">
        <a:defRPr sz="1615" kern="1200">
          <a:solidFill>
            <a:schemeClr val="tx1"/>
          </a:solidFill>
          <a:latin typeface="+mn-lt"/>
          <a:ea typeface="+mn-ea"/>
          <a:cs typeface="+mn-cs"/>
        </a:defRPr>
      </a:lvl4pPr>
      <a:lvl5pPr marL="1620866" algn="l" defTabSz="405217" rtl="0" eaLnBrk="1" latinLnBrk="0" hangingPunct="1">
        <a:defRPr sz="1615" kern="1200">
          <a:solidFill>
            <a:schemeClr val="tx1"/>
          </a:solidFill>
          <a:latin typeface="+mn-lt"/>
          <a:ea typeface="+mn-ea"/>
          <a:cs typeface="+mn-cs"/>
        </a:defRPr>
      </a:lvl5pPr>
      <a:lvl6pPr marL="2026083" algn="l" defTabSz="405217" rtl="0" eaLnBrk="1" latinLnBrk="0" hangingPunct="1">
        <a:defRPr sz="1615" kern="1200">
          <a:solidFill>
            <a:schemeClr val="tx1"/>
          </a:solidFill>
          <a:latin typeface="+mn-lt"/>
          <a:ea typeface="+mn-ea"/>
          <a:cs typeface="+mn-cs"/>
        </a:defRPr>
      </a:lvl6pPr>
      <a:lvl7pPr marL="2431300" algn="l" defTabSz="405217" rtl="0" eaLnBrk="1" latinLnBrk="0" hangingPunct="1">
        <a:defRPr sz="1615" kern="1200">
          <a:solidFill>
            <a:schemeClr val="tx1"/>
          </a:solidFill>
          <a:latin typeface="+mn-lt"/>
          <a:ea typeface="+mn-ea"/>
          <a:cs typeface="+mn-cs"/>
        </a:defRPr>
      </a:lvl7pPr>
      <a:lvl8pPr marL="2836515" algn="l" defTabSz="405217" rtl="0" eaLnBrk="1" latinLnBrk="0" hangingPunct="1">
        <a:defRPr sz="1615" kern="1200">
          <a:solidFill>
            <a:schemeClr val="tx1"/>
          </a:solidFill>
          <a:latin typeface="+mn-lt"/>
          <a:ea typeface="+mn-ea"/>
          <a:cs typeface="+mn-cs"/>
        </a:defRPr>
      </a:lvl8pPr>
      <a:lvl9pPr marL="3241733" algn="l" defTabSz="405217" rtl="0" eaLnBrk="1" latinLnBrk="0" hangingPunct="1">
        <a:defRPr sz="16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31DF7-C9F4-D1E9-7A28-D0B365EA3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n 26">
            <a:extLst>
              <a:ext uri="{FF2B5EF4-FFF2-40B4-BE49-F238E27FC236}">
                <a16:creationId xmlns:a16="http://schemas.microsoft.com/office/drawing/2014/main" id="{D5B8270A-B562-CBD9-5FCE-2D48772D947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94" y="1984"/>
            <a:ext cx="32400676" cy="43196670"/>
          </a:xfrm>
          <a:prstGeom prst="rect">
            <a:avLst/>
          </a:prstGeom>
        </p:spPr>
      </p:pic>
      <p:sp>
        <p:nvSpPr>
          <p:cNvPr id="5" name="Text Box 11">
            <a:extLst>
              <a:ext uri="{FF2B5EF4-FFF2-40B4-BE49-F238E27FC236}">
                <a16:creationId xmlns:a16="http://schemas.microsoft.com/office/drawing/2014/main" id="{10FC97A0-E584-83EA-5BE4-A3FA18D42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045" y="24375451"/>
            <a:ext cx="9255600" cy="10240304"/>
          </a:xfrm>
          <a:prstGeom prst="rect">
            <a:avLst/>
          </a:prstGeom>
          <a:solidFill>
            <a:schemeClr val="bg1"/>
          </a:solidFill>
          <a:ln w="38100">
            <a:solidFill>
              <a:srgbClr val="02355A"/>
            </a:solidFill>
            <a:round/>
            <a:headEnd/>
            <a:tailEnd/>
          </a:ln>
        </p:spPr>
        <p:txBody>
          <a:bodyPr lIns="810430" tIns="405216" rIns="810430" bIns="810430" wrap="square"/>
          <a:lstStyle>
            <a:lvl1pPr>
              <a:spcBef>
                <a:spcPct val="20000"/>
              </a:spcBef>
              <a:buChar char="•"/>
              <a:tabLst>
                <a:tab pos="508000" algn="l"/>
              </a:tabLst>
              <a:defRPr sz="1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508000" algn="l"/>
              </a:tabLst>
              <a:defRPr sz="11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4471988" indent="-893763">
              <a:spcBef>
                <a:spcPct val="20000"/>
              </a:spcBef>
              <a:buChar char="•"/>
              <a:tabLst>
                <a:tab pos="508000" algn="l"/>
              </a:tabLst>
              <a:defRPr sz="9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6261100" indent="-893763">
              <a:spcBef>
                <a:spcPct val="20000"/>
              </a:spcBef>
              <a:buChar char="–"/>
              <a:tabLst>
                <a:tab pos="508000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8050213" indent="-892175">
              <a:spcBef>
                <a:spcPct val="20000"/>
              </a:spcBef>
              <a:buChar char="»"/>
              <a:tabLst>
                <a:tab pos="508000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85074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8000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89646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8000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94218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8000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98790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8000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spcBef>
                <a:spcPct val="10000"/>
              </a:spcBef>
              <a:buFontTx/>
              <a:buNone/>
            </a:pPr>
            <a:r>
              <a:rPr sz="1800" b="0">
                <a:solidFill>
                  <a:srgbClr val="1A1A1A"/>
                </a:solidFill>
              </a:rPr>
              <a:t>Un pipeline MLOps disciplinado (DVC + MLflow + registro por alias + verificación de paridad) lleva un modelo desde notebook hasta endpoint público sin perder reproducibilidad ni precisión.</a:t>
            </a:r>
          </a:p>
          <a:p>
            <a:r>
              <a:rPr sz="1800" b="0">
                <a:solidFill>
                  <a:srgbClr val="1A1A1A"/>
                </a:solidFill>
              </a:rPr>
              <a:t/>
            </a:r>
          </a:p>
          <a:p>
            <a:r>
              <a:rPr sz="1800" b="0">
                <a:solidFill>
                  <a:srgbClr val="1A1A1A"/>
                </a:solidFill>
              </a:rPr>
              <a:t>ONNX desacopla el entrenamiento de la plataforma de inferencia; los Containers de Cloudflare son alternativa creíble a SageMaker para prototipos académicos.</a:t>
            </a:r>
          </a:p>
          <a:p>
            <a:r>
              <a:rPr sz="1800" b="0">
                <a:solidFill>
                  <a:srgbClr val="1A1A1A"/>
                </a:solidFill>
              </a:rPr>
              <a:t/>
            </a:r>
          </a:p>
          <a:p>
            <a:r>
              <a:rPr sz="1800" b="0">
                <a:solidFill>
                  <a:srgbClr val="1A1A1A"/>
                </a:solidFill>
              </a:rPr>
              <a:t>Repo: github.com/LaloLalo1999/mlops · Endpoint: fraud-detector.eduardo-lalo1999.workers.dev</a:t>
            </a:r>
          </a:p>
        </p:txBody>
      </p:sp>
      <p:sp>
        <p:nvSpPr>
          <p:cNvPr id="6" name="Text Box 12">
            <a:extLst>
              <a:ext uri="{FF2B5EF4-FFF2-40B4-BE49-F238E27FC236}">
                <a16:creationId xmlns:a16="http://schemas.microsoft.com/office/drawing/2014/main" id="{9BB74B66-DE71-B9DF-312A-AD3D6E1BB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67858" y="11356439"/>
            <a:ext cx="17820000" cy="14224969"/>
          </a:xfrm>
          <a:prstGeom prst="rect">
            <a:avLst/>
          </a:prstGeom>
          <a:solidFill>
            <a:schemeClr val="bg1"/>
          </a:solidFill>
          <a:ln w="38100">
            <a:solidFill>
              <a:srgbClr val="02355A"/>
            </a:solidFill>
            <a:round/>
            <a:headEnd/>
            <a:tailEnd/>
          </a:ln>
        </p:spPr>
        <p:txBody>
          <a:bodyPr lIns="810430" tIns="405216" rIns="810430" bIns="810430" wrap="square"/>
          <a:lstStyle>
            <a:lvl1pPr>
              <a:spcBef>
                <a:spcPct val="20000"/>
              </a:spcBef>
              <a:buChar char="•"/>
              <a:tabLst>
                <a:tab pos="500063" algn="l"/>
              </a:tabLst>
              <a:defRPr sz="1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500063" algn="l"/>
              </a:tabLst>
              <a:defRPr sz="11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4471988" indent="-893763">
              <a:spcBef>
                <a:spcPct val="20000"/>
              </a:spcBef>
              <a:buChar char="•"/>
              <a:tabLst>
                <a:tab pos="500063" algn="l"/>
              </a:tabLst>
              <a:defRPr sz="9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6261100" indent="-893763">
              <a:spcBef>
                <a:spcPct val="20000"/>
              </a:spcBef>
              <a:buChar char="–"/>
              <a:tabLst>
                <a:tab pos="500063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8050213" indent="-892175">
              <a:spcBef>
                <a:spcPct val="20000"/>
              </a:spcBef>
              <a:buChar char="»"/>
              <a:tabLst>
                <a:tab pos="500063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85074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0063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89646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0063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94218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0063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98790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0063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spcBef>
                <a:spcPct val="10000"/>
              </a:spcBef>
              <a:buFontTx/>
              <a:buNone/>
            </a:pPr>
            <a:r>
              <a:rPr sz="1800" b="0">
                <a:solidFill>
                  <a:srgbClr val="1A1A1A"/>
                </a:solidFill>
              </a:rPr>
              <a:t>Pipeline en cinco etapas, orquestado por DVC sobre Python 3.11:</a:t>
            </a:r>
          </a:p>
          <a:p>
            <a:r>
              <a:rPr sz="1800" b="0">
                <a:solidFill>
                  <a:srgbClr val="1A1A1A"/>
                </a:solidFill>
              </a:rPr>
              <a:t/>
            </a:r>
          </a:p>
          <a:p>
            <a:r>
              <a:rPr sz="1800" b="0">
                <a:solidFill>
                  <a:srgbClr val="1A1A1A"/>
                </a:solidFill>
              </a:rPr>
              <a:t>1. Ingesta + preprocesamiento (OpenML 1597, partición estratificada 80/20).</a:t>
            </a:r>
          </a:p>
          <a:p>
            <a:r>
              <a:rPr sz="1800" b="0">
                <a:solidFill>
                  <a:srgbClr val="1A1A1A"/>
                </a:solidFill>
              </a:rPr>
              <a:t>2. Entrenamiento de 7 corridas (LogReg baseline, LightGBM, XGBoost) variando hiperparámetros y técnicas de balanceo.</a:t>
            </a:r>
          </a:p>
          <a:p>
            <a:r>
              <a:rPr sz="1800" b="0">
                <a:solidFill>
                  <a:srgbClr val="1A1A1A"/>
                </a:solidFill>
              </a:rPr>
              <a:t>3. Registro en MLflow — métricas, artefactos, y alias fraud-detector@staging sobre el mejor modelo.</a:t>
            </a:r>
          </a:p>
          <a:p>
            <a:r>
              <a:rPr sz="1800" b="0">
                <a:solidFill>
                  <a:srgbClr val="1A1A1A"/>
                </a:solidFill>
              </a:rPr>
              <a:t>4. Sincronización a Cloudflare R2 (bucket luci-mlops-fraud, 75 objetos, ~167 MB) vía la API de gestión REST.</a:t>
            </a:r>
          </a:p>
          <a:p>
            <a:r>
              <a:rPr sz="1800" b="0">
                <a:solidFill>
                  <a:srgbClr val="1A1A1A"/>
                </a:solidFill>
              </a:rPr>
              <a:t>5. Despliegue: ONNX (opset 15, zipmap=False) en contenedor Docker (FastAPI + onnxruntime) detrás de Worker + Durable Object.</a:t>
            </a:r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B558BB49-8E20-5608-A1B0-268A2C6A7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7600" y="27085535"/>
            <a:ext cx="17779999" cy="7515757"/>
          </a:xfrm>
          <a:prstGeom prst="rect">
            <a:avLst/>
          </a:prstGeom>
          <a:solidFill>
            <a:schemeClr val="bg1"/>
          </a:solidFill>
          <a:ln w="38100">
            <a:solidFill>
              <a:srgbClr val="02355A"/>
            </a:solidFill>
            <a:round/>
            <a:headEnd/>
            <a:tailEnd/>
          </a:ln>
        </p:spPr>
        <p:txBody>
          <a:bodyPr lIns="810430" tIns="405216" rIns="830775" bIns="810430" numCol="2" spcCol="457200" wrap="square"/>
          <a:lstStyle>
            <a:lvl1pPr eaLnBrk="0" hangingPunct="0"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eaLnBrk="0" hangingPunct="0"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eaLnBrk="0" hangingPunct="0"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eaLnBrk="0" hangingPunct="0"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sz="1800" b="0">
                <a:solidFill>
                  <a:srgbClr val="1A1A1A"/>
                </a:solidFill>
              </a:rPr>
              <a:t>Mejor modelo — xgb-d6-lr05-n500: PR-AUC 0.8819, ROC-AUC 0.9789. Umbral 0.9274 ⇒ F1 0.874, precisión 0.941, recall 0.816.</a:t>
            </a:r>
          </a:p>
          <a:p>
            <a:r>
              <a:rPr sz="1800" b="0">
                <a:solidFill>
                  <a:srgbClr val="1A1A1A"/>
                </a:solidFill>
              </a:rPr>
              <a:t/>
            </a:r>
          </a:p>
          <a:p>
            <a:r>
              <a:rPr sz="1800" b="0">
                <a:solidFill>
                  <a:srgbClr val="1A1A1A"/>
                </a:solidFill>
              </a:rPr>
              <a:t>Inferencia en vivo: el endpoint en Cloudflare coincide con sklearn en 100/100 filas dentro de 1×10⁻⁴, latencia mediana 253 ms (p95 613 ms).</a:t>
            </a:r>
          </a:p>
        </p:txBody>
      </p:sp>
      <p:sp>
        <p:nvSpPr>
          <p:cNvPr id="8" name="Text Box 14">
            <a:extLst>
              <a:ext uri="{FF2B5EF4-FFF2-40B4-BE49-F238E27FC236}">
                <a16:creationId xmlns:a16="http://schemas.microsoft.com/office/drawing/2014/main" id="{2668C14B-62B1-1578-B913-A5FE4F646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1365" y="8144186"/>
            <a:ext cx="23376930" cy="2052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43129" tIns="243129" rIns="243129" bIns="243129" anchor="ctr">
            <a:spAutoFit/>
          </a:bodyPr>
          <a:lstStyle>
            <a:lvl1pPr>
              <a:spcBef>
                <a:spcPct val="20000"/>
              </a:spcBef>
              <a:buChar char="•"/>
              <a:defRPr sz="1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11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4471988" indent="-893763">
              <a:spcBef>
                <a:spcPct val="20000"/>
              </a:spcBef>
              <a:buChar char="•"/>
              <a:defRPr sz="9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6261100" indent="-893763">
              <a:spcBef>
                <a:spcPct val="20000"/>
              </a:spcBef>
              <a:buChar char="–"/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8050213" indent="-892175">
              <a:spcBef>
                <a:spcPct val="20000"/>
              </a:spcBef>
              <a:buChar char="»"/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85074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89646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94218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98790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530"/>
              </a:spcAft>
              <a:buNone/>
            </a:pPr>
            <a:r>
              <a:rPr sz="2400" b="0">
                <a:solidFill>
                  <a:srgbClr val="1A1A1A"/>
                </a:solidFill>
              </a:rPr>
              <a:t>Eduardo García López y Fernando Ramos Ríos</a:t>
            </a:r>
          </a:p>
          <a:p>
            <a:pPr algn="ctr"/>
            <a:r>
              <a:rPr sz="2400" b="0">
                <a:solidFill>
                  <a:srgbClr val="1A1A1A"/>
                </a:solidFill>
              </a:rPr>
              <a:t>ITESO — Integración de Servicios de Aprendizaje Automático (ISAA) — Primavera 2026</a:t>
            </a:r>
          </a:p>
        </p:txBody>
      </p:sp>
      <p:sp>
        <p:nvSpPr>
          <p:cNvPr id="10" name="Rectangle 180">
            <a:extLst>
              <a:ext uri="{FF2B5EF4-FFF2-40B4-BE49-F238E27FC236}">
                <a16:creationId xmlns:a16="http://schemas.microsoft.com/office/drawing/2014/main" id="{EF4D476E-1187-A438-8A6D-E9F4A152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8012" y="5692804"/>
            <a:ext cx="27970318" cy="2236269"/>
          </a:xfrm>
          <a:prstGeom prst="rect">
            <a:avLst/>
          </a:prstGeom>
          <a:noFill/>
          <a:ln>
            <a:noFill/>
          </a:ln>
        </p:spPr>
        <p:txBody>
          <a:bodyPr wrap="square" lIns="81042" tIns="40521" rIns="81042" bIns="40521" anchor="ctr">
            <a:spAutoFit/>
          </a:bodyPr>
          <a:lstStyle/>
          <a:p>
            <a:pPr algn="ctr" eaLnBrk="1" hangingPunct="1">
              <a:defRPr/>
            </a:pPr>
            <a:r>
              <a:rPr sz="4400" b="1">
                <a:solidFill>
                  <a:srgbClr val="1A1A1A"/>
                </a:solidFill>
              </a:rPr>
              <a:t>Detector de fraude con tarjeta de crédito: pipeline MLOps reproducible con DVC, MLflow y despliegue en Cloudflare</a:t>
            </a:r>
            <a:endParaRPr lang="es-MX" sz="7000" b="1" dirty="0">
              <a:ln>
                <a:solidFill>
                  <a:schemeClr val="bg1"/>
                </a:solidFill>
              </a:ln>
              <a:solidFill>
                <a:srgbClr val="02355A"/>
              </a:solidFill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  <p:sp>
        <p:nvSpPr>
          <p:cNvPr id="12" name="Text Box 16">
            <a:extLst>
              <a:ext uri="{FF2B5EF4-FFF2-40B4-BE49-F238E27FC236}">
                <a16:creationId xmlns:a16="http://schemas.microsoft.com/office/drawing/2014/main" id="{37D18901-37A1-FC28-DB76-0B0D5232C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33897" y="35912952"/>
            <a:ext cx="12569902" cy="4465684"/>
          </a:xfrm>
          <a:prstGeom prst="rect">
            <a:avLst/>
          </a:prstGeom>
          <a:solidFill>
            <a:schemeClr val="bg1"/>
          </a:solidFill>
          <a:ln w="38100">
            <a:solidFill>
              <a:srgbClr val="02355A"/>
            </a:solidFill>
            <a:round/>
            <a:headEnd/>
            <a:tailEnd/>
          </a:ln>
        </p:spPr>
        <p:txBody>
          <a:bodyPr lIns="810430" tIns="405216" rIns="810430" bIns="810430" wrap="square"/>
          <a:lstStyle>
            <a:lvl1pPr>
              <a:spcBef>
                <a:spcPct val="20000"/>
              </a:spcBef>
              <a:buChar char="•"/>
              <a:defRPr sz="1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11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4471988" indent="-893763">
              <a:spcBef>
                <a:spcPct val="20000"/>
              </a:spcBef>
              <a:buChar char="•"/>
              <a:defRPr sz="9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6261100" indent="-893763">
              <a:spcBef>
                <a:spcPct val="20000"/>
              </a:spcBef>
              <a:buChar char="–"/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8050213" indent="-892175">
              <a:spcBef>
                <a:spcPct val="20000"/>
              </a:spcBef>
              <a:buChar char="»"/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85074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89646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94218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98790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10000"/>
              </a:spcBef>
              <a:buFontTx/>
              <a:buNone/>
            </a:pPr>
            <a:r>
              <a:rPr sz="1600" b="0">
                <a:solidFill>
                  <a:srgbClr val="1A1A1A"/>
                </a:solidFill>
              </a:rPr>
              <a:t>A ITESO y al profesor de Integración de Servicios de Aprendizaje Automático por el marco académico y la flexibilidad para validar el despliegue en Cloudflare en lugar de AWS. A nuestros compañeros de ISAA por la retroalimentación durante las tareas previas que alimentaron este proyecto final.</a:t>
            </a: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id="{A41035A1-D5B0-3750-A4BC-08AA98E01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4382" y="35912952"/>
            <a:ext cx="14809168" cy="446568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2355A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810430" tIns="405216" rIns="810430" bIns="810430" numCol="2" spcCol="802806" wrap="square"/>
          <a:lstStyle/>
          <a:p>
            <a:pPr marL="443206" indent="-443206" eaLnBrk="1" hangingPunct="1">
              <a:spcBef>
                <a:spcPts val="1064"/>
              </a:spcBef>
              <a:defRPr/>
            </a:pPr>
            <a:r>
              <a:rPr sz="1400" b="0">
                <a:solidFill>
                  <a:srgbClr val="1A1A1A"/>
                </a:solidFill>
              </a:rPr>
              <a:t>Dal Pozzolo, A., Caelen, O., Johnson, R. A. &amp; Bontempi, G. (2015). Calibrating probability with undersampling for unbalanced classification. IEEE SSCI.</a:t>
            </a:r>
          </a:p>
          <a:p>
            <a:r>
              <a:rPr sz="1400" b="0">
                <a:solidFill>
                  <a:srgbClr val="1A1A1A"/>
                </a:solidFill>
              </a:rPr>
              <a:t>Chen, T. &amp; Guestrin, C. (2016). XGBoost: A scalable tree boosting system. KDD '16.</a:t>
            </a:r>
          </a:p>
          <a:p>
            <a:r>
              <a:rPr sz="1400" b="0">
                <a:solidFill>
                  <a:srgbClr val="1A1A1A"/>
                </a:solidFill>
              </a:rPr>
              <a:t>MLflow Documentation (2026). mlflow.org/docs/latest.</a:t>
            </a:r>
          </a:p>
          <a:p>
            <a:r>
              <a:rPr sz="1400" b="0">
                <a:solidFill>
                  <a:srgbClr val="1A1A1A"/>
                </a:solidFill>
              </a:rPr>
              <a:t>DVC Documentation (2026). dvc.org/doc.</a:t>
            </a:r>
          </a:p>
          <a:p>
            <a:r>
              <a:rPr sz="1400" b="0">
                <a:solidFill>
                  <a:srgbClr val="1A1A1A"/>
                </a:solidFill>
              </a:rPr>
              <a:t>Cloudflare Workers + Containers (2026). developers.cloudflare.com.</a:t>
            </a:r>
          </a:p>
          <a:p>
            <a:r>
              <a:rPr sz="1400" b="0">
                <a:solidFill>
                  <a:srgbClr val="1A1A1A"/>
                </a:solidFill>
              </a:rPr>
              <a:t>ONNX Runtime (2026). onnxruntime.ai/docs.</a:t>
            </a:r>
          </a:p>
        </p:txBody>
      </p:sp>
      <p:sp>
        <p:nvSpPr>
          <p:cNvPr id="14" name="Text Box 7">
            <a:extLst>
              <a:ext uri="{FF2B5EF4-FFF2-40B4-BE49-F238E27FC236}">
                <a16:creationId xmlns:a16="http://schemas.microsoft.com/office/drawing/2014/main" id="{1050E230-2A60-6C68-1ACC-F43D7571F1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0358" y="11240499"/>
            <a:ext cx="9252000" cy="11481828"/>
          </a:xfrm>
          <a:prstGeom prst="rect">
            <a:avLst/>
          </a:prstGeom>
          <a:solidFill>
            <a:schemeClr val="bg1"/>
          </a:solidFill>
          <a:ln w="38100">
            <a:solidFill>
              <a:srgbClr val="02355A"/>
            </a:solidFill>
            <a:round/>
            <a:headEnd/>
            <a:tailEnd/>
          </a:ln>
        </p:spPr>
        <p:txBody>
          <a:bodyPr lIns="810430" tIns="405216" rIns="810430" bIns="810430" wrap="square"/>
          <a:lstStyle>
            <a:lvl1pPr>
              <a:spcBef>
                <a:spcPct val="20000"/>
              </a:spcBef>
              <a:buChar char="•"/>
              <a:tabLst>
                <a:tab pos="500063" algn="l"/>
              </a:tabLst>
              <a:defRPr sz="1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500063" algn="l"/>
              </a:tabLst>
              <a:defRPr sz="11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4471988" indent="-893763">
              <a:spcBef>
                <a:spcPct val="20000"/>
              </a:spcBef>
              <a:buChar char="•"/>
              <a:tabLst>
                <a:tab pos="500063" algn="l"/>
              </a:tabLst>
              <a:defRPr sz="9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6261100" indent="-893763">
              <a:spcBef>
                <a:spcPct val="20000"/>
              </a:spcBef>
              <a:buChar char="–"/>
              <a:tabLst>
                <a:tab pos="500063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8050213" indent="-892175">
              <a:spcBef>
                <a:spcPct val="20000"/>
              </a:spcBef>
              <a:buChar char="»"/>
              <a:tabLst>
                <a:tab pos="500063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85074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0063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89646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0063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94218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0063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98790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0063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sz="1800" b="0">
                <a:solidFill>
                  <a:srgbClr val="1A1A1A"/>
                </a:solidFill>
              </a:rPr>
              <a:t>El fraude con tarjeta de crédito ocurre en menos del 0.2% de las transacciones (OpenML 1597, ULB, ~284 807 transacciones, 29 atributos numéricos): un problema severamente desbalanceado que exige métricas centradas en la clase positiva, en particular PR-AUC.</a:t>
            </a:r>
          </a:p>
          <a:p>
            <a:r>
              <a:rPr sz="1800" b="0">
                <a:solidFill>
                  <a:srgbClr val="1A1A1A"/>
                </a:solidFill>
              </a:rPr>
              <a:t/>
            </a:r>
          </a:p>
          <a:p>
            <a:r>
              <a:rPr sz="1800" b="0">
                <a:solidFill>
                  <a:srgbClr val="1A1A1A"/>
                </a:solidFill>
              </a:rPr>
              <a:t>El pivote de AWS a Cloudflare fue forzado por la suspensión de una cuenta académica, pero refuerza el mensaje MLOps: entrenar en Python, exportar a ONNX, servir como contenedor en el edge.</a:t>
            </a:r>
          </a:p>
        </p:txBody>
      </p:sp>
      <p:grpSp>
        <p:nvGrpSpPr>
          <p:cNvPr id="56" name="Grupo 55">
            <a:extLst>
              <a:ext uri="{FF2B5EF4-FFF2-40B4-BE49-F238E27FC236}">
                <a16:creationId xmlns:a16="http://schemas.microsoft.com/office/drawing/2014/main" id="{8D4BDA64-7728-D455-EE79-4E5B3172766E}"/>
              </a:ext>
            </a:extLst>
          </p:cNvPr>
          <p:cNvGrpSpPr/>
          <p:nvPr/>
        </p:nvGrpSpPr>
        <p:grpSpPr>
          <a:xfrm>
            <a:off x="2153876" y="10351499"/>
            <a:ext cx="9270000" cy="1010277"/>
            <a:chOff x="2153876" y="10876545"/>
            <a:chExt cx="9270000" cy="1010277"/>
          </a:xfrm>
        </p:grpSpPr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9935D8F4-5A27-1EB5-10C6-F05B0C30E3E8}"/>
                </a:ext>
              </a:extLst>
            </p:cNvPr>
            <p:cNvSpPr txBox="1"/>
            <p:nvPr/>
          </p:nvSpPr>
          <p:spPr>
            <a:xfrm>
              <a:off x="2153876" y="10950822"/>
              <a:ext cx="9270000" cy="936000"/>
            </a:xfrm>
            <a:prstGeom prst="rect">
              <a:avLst/>
            </a:prstGeom>
            <a:solidFill>
              <a:srgbClr val="02355A"/>
            </a:solidFill>
          </p:spPr>
          <p:txBody>
            <a:bodyPr wrap="square" rtlCol="0">
              <a:spAutoFit/>
            </a:bodyPr>
            <a:lstStyle/>
            <a:p>
              <a:endParaRPr lang="es-MX" dirty="0"/>
            </a:p>
          </p:txBody>
        </p:sp>
        <p:sp>
          <p:nvSpPr>
            <p:cNvPr id="31" name="Text Box 7">
              <a:extLst>
                <a:ext uri="{FF2B5EF4-FFF2-40B4-BE49-F238E27FC236}">
                  <a16:creationId xmlns:a16="http://schemas.microsoft.com/office/drawing/2014/main" id="{9F77D486-0382-62F5-649F-95F7E88FDF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9523" y="10876545"/>
              <a:ext cx="9230837" cy="889000"/>
            </a:xfrm>
            <a:prstGeom prst="rect">
              <a:avLst/>
            </a:prstGeom>
            <a:noFill/>
            <a:ln w="38100">
              <a:noFill/>
              <a:round/>
              <a:headEnd/>
              <a:tailEnd/>
            </a:ln>
          </p:spPr>
          <p:txBody>
            <a:bodyPr wrap="square" lIns="810430" tIns="405216" rIns="810430" bIns="810430" anchor="t" anchorCtr="1"/>
            <a:lstStyle>
              <a:lvl1pPr>
                <a:spcBef>
                  <a:spcPct val="20000"/>
                </a:spcBef>
                <a:buChar char="•"/>
                <a:tabLst>
                  <a:tab pos="500063" algn="l"/>
                </a:tabLst>
                <a:defRPr sz="126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tabLst>
                  <a:tab pos="500063" algn="l"/>
                </a:tabLst>
                <a:defRPr sz="11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4471988" indent="-893763">
                <a:spcBef>
                  <a:spcPct val="20000"/>
                </a:spcBef>
                <a:buChar char="•"/>
                <a:tabLst>
                  <a:tab pos="500063" algn="l"/>
                </a:tabLst>
                <a:defRPr sz="9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6261100" indent="-893763">
                <a:spcBef>
                  <a:spcPct val="20000"/>
                </a:spcBef>
                <a:buChar char="–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8050213" indent="-892175">
                <a:spcBef>
                  <a:spcPct val="20000"/>
                </a:spcBef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85074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89646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94218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98790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FontTx/>
                <a:buNone/>
              </a:pPr>
              <a:r>
                <a:rPr lang="es-MX" altLang="es-MX" sz="40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INTRODUCCIÓN</a:t>
              </a:r>
              <a:endParaRPr lang="en-US" altLang="es-MX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1B75FC90-4997-9AF4-2284-7F2E0D27B565}"/>
              </a:ext>
            </a:extLst>
          </p:cNvPr>
          <p:cNvGrpSpPr/>
          <p:nvPr/>
        </p:nvGrpSpPr>
        <p:grpSpPr>
          <a:xfrm>
            <a:off x="12545555" y="10351499"/>
            <a:ext cx="17820000" cy="1004940"/>
            <a:chOff x="12567857" y="11059887"/>
            <a:chExt cx="17820000" cy="1004940"/>
          </a:xfrm>
        </p:grpSpPr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51AB5003-D6DD-DF9A-9740-3CBA37B27355}"/>
                </a:ext>
              </a:extLst>
            </p:cNvPr>
            <p:cNvSpPr txBox="1"/>
            <p:nvPr/>
          </p:nvSpPr>
          <p:spPr>
            <a:xfrm>
              <a:off x="12567857" y="11128827"/>
              <a:ext cx="17820000" cy="936000"/>
            </a:xfrm>
            <a:prstGeom prst="rect">
              <a:avLst/>
            </a:prstGeom>
            <a:solidFill>
              <a:srgbClr val="02355A"/>
            </a:solidFill>
          </p:spPr>
          <p:txBody>
            <a:bodyPr wrap="square" rtlCol="0">
              <a:spAutoFit/>
            </a:bodyPr>
            <a:lstStyle/>
            <a:p>
              <a:endParaRPr lang="es-MX" dirty="0"/>
            </a:p>
          </p:txBody>
        </p:sp>
        <p:sp>
          <p:nvSpPr>
            <p:cNvPr id="35" name="Text Box 7">
              <a:extLst>
                <a:ext uri="{FF2B5EF4-FFF2-40B4-BE49-F238E27FC236}">
                  <a16:creationId xmlns:a16="http://schemas.microsoft.com/office/drawing/2014/main" id="{60870E74-C8FB-78CD-A51D-72A279D841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83886" y="11059887"/>
              <a:ext cx="17779999" cy="889000"/>
            </a:xfrm>
            <a:prstGeom prst="rect">
              <a:avLst/>
            </a:prstGeom>
            <a:noFill/>
            <a:ln w="38100">
              <a:noFill/>
              <a:round/>
              <a:headEnd/>
              <a:tailEnd/>
            </a:ln>
          </p:spPr>
          <p:txBody>
            <a:bodyPr wrap="square" lIns="810430" tIns="405216" rIns="810430" bIns="810430" anchor="t" anchorCtr="1"/>
            <a:lstStyle>
              <a:lvl1pPr>
                <a:spcBef>
                  <a:spcPct val="20000"/>
                </a:spcBef>
                <a:buChar char="•"/>
                <a:tabLst>
                  <a:tab pos="500063" algn="l"/>
                </a:tabLst>
                <a:defRPr sz="126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tabLst>
                  <a:tab pos="500063" algn="l"/>
                </a:tabLst>
                <a:defRPr sz="11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4471988" indent="-893763">
                <a:spcBef>
                  <a:spcPct val="20000"/>
                </a:spcBef>
                <a:buChar char="•"/>
                <a:tabLst>
                  <a:tab pos="500063" algn="l"/>
                </a:tabLst>
                <a:defRPr sz="9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6261100" indent="-893763">
                <a:spcBef>
                  <a:spcPct val="20000"/>
                </a:spcBef>
                <a:buChar char="–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8050213" indent="-892175">
                <a:spcBef>
                  <a:spcPct val="20000"/>
                </a:spcBef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85074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89646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94218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98790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FontTx/>
                <a:buNone/>
              </a:pPr>
              <a:r>
                <a:rPr lang="es-MX" altLang="es-MX" sz="424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RESULTADOS</a:t>
              </a:r>
              <a:endParaRPr lang="en-US" altLang="es-MX" sz="2524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0" name="Grupo 59">
            <a:extLst>
              <a:ext uri="{FF2B5EF4-FFF2-40B4-BE49-F238E27FC236}">
                <a16:creationId xmlns:a16="http://schemas.microsoft.com/office/drawing/2014/main" id="{260FC2C7-EE12-40E0-E1BB-E9EA956D579A}"/>
              </a:ext>
            </a:extLst>
          </p:cNvPr>
          <p:cNvGrpSpPr/>
          <p:nvPr/>
        </p:nvGrpSpPr>
        <p:grpSpPr>
          <a:xfrm>
            <a:off x="2182654" y="23446326"/>
            <a:ext cx="9272720" cy="984798"/>
            <a:chOff x="2182654" y="22349046"/>
            <a:chExt cx="9272720" cy="984798"/>
          </a:xfrm>
        </p:grpSpPr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DB507B9D-828B-3F79-CAA6-794CFBE3EDBC}"/>
                </a:ext>
              </a:extLst>
            </p:cNvPr>
            <p:cNvSpPr txBox="1"/>
            <p:nvPr/>
          </p:nvSpPr>
          <p:spPr>
            <a:xfrm>
              <a:off x="2185374" y="22397844"/>
              <a:ext cx="9270000" cy="936000"/>
            </a:xfrm>
            <a:prstGeom prst="rect">
              <a:avLst/>
            </a:prstGeom>
            <a:solidFill>
              <a:srgbClr val="02355A"/>
            </a:solidFill>
          </p:spPr>
          <p:txBody>
            <a:bodyPr wrap="square" rtlCol="0">
              <a:spAutoFit/>
            </a:bodyPr>
            <a:lstStyle/>
            <a:p>
              <a:endParaRPr lang="es-MX" dirty="0"/>
            </a:p>
          </p:txBody>
        </p:sp>
        <p:sp>
          <p:nvSpPr>
            <p:cNvPr id="39" name="Text Box 7">
              <a:extLst>
                <a:ext uri="{FF2B5EF4-FFF2-40B4-BE49-F238E27FC236}">
                  <a16:creationId xmlns:a16="http://schemas.microsoft.com/office/drawing/2014/main" id="{CFB81452-4F75-E457-726C-E086203255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2654" y="22349046"/>
              <a:ext cx="9230837" cy="889000"/>
            </a:xfrm>
            <a:prstGeom prst="rect">
              <a:avLst/>
            </a:prstGeom>
            <a:noFill/>
            <a:ln w="38100">
              <a:noFill/>
              <a:round/>
              <a:headEnd/>
              <a:tailEnd/>
            </a:ln>
          </p:spPr>
          <p:txBody>
            <a:bodyPr wrap="square" lIns="810430" tIns="405216" rIns="810430" bIns="810430" anchor="t" anchorCtr="1"/>
            <a:lstStyle>
              <a:lvl1pPr>
                <a:spcBef>
                  <a:spcPct val="20000"/>
                </a:spcBef>
                <a:buChar char="•"/>
                <a:tabLst>
                  <a:tab pos="500063" algn="l"/>
                </a:tabLst>
                <a:defRPr sz="126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tabLst>
                  <a:tab pos="500063" algn="l"/>
                </a:tabLst>
                <a:defRPr sz="11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4471988" indent="-893763">
                <a:spcBef>
                  <a:spcPct val="20000"/>
                </a:spcBef>
                <a:buChar char="•"/>
                <a:tabLst>
                  <a:tab pos="500063" algn="l"/>
                </a:tabLst>
                <a:defRPr sz="9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6261100" indent="-893763">
                <a:spcBef>
                  <a:spcPct val="20000"/>
                </a:spcBef>
                <a:buChar char="–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8050213" indent="-892175">
                <a:spcBef>
                  <a:spcPct val="20000"/>
                </a:spcBef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85074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89646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94218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98790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FontTx/>
                <a:buNone/>
              </a:pPr>
              <a:r>
                <a:rPr lang="es-MX" altLang="es-MX" sz="40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MATERIALES Y MÉTODOS</a:t>
              </a:r>
              <a:endParaRPr lang="en-US" altLang="es-MX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D5BA9177-F82A-8C47-084B-258A1B783DE0}"/>
              </a:ext>
            </a:extLst>
          </p:cNvPr>
          <p:cNvGrpSpPr/>
          <p:nvPr/>
        </p:nvGrpSpPr>
        <p:grpSpPr>
          <a:xfrm>
            <a:off x="12530349" y="26173068"/>
            <a:ext cx="17820000" cy="999532"/>
            <a:chOff x="12530349" y="25304388"/>
            <a:chExt cx="17820000" cy="999532"/>
          </a:xfrm>
        </p:grpSpPr>
        <p:sp>
          <p:nvSpPr>
            <p:cNvPr id="49" name="CuadroTexto 48">
              <a:extLst>
                <a:ext uri="{FF2B5EF4-FFF2-40B4-BE49-F238E27FC236}">
                  <a16:creationId xmlns:a16="http://schemas.microsoft.com/office/drawing/2014/main" id="{94F4D8AD-66C4-3799-AC9F-9F81B0BD8C1D}"/>
                </a:ext>
              </a:extLst>
            </p:cNvPr>
            <p:cNvSpPr txBox="1"/>
            <p:nvPr/>
          </p:nvSpPr>
          <p:spPr>
            <a:xfrm>
              <a:off x="12530349" y="25367920"/>
              <a:ext cx="17820000" cy="936000"/>
            </a:xfrm>
            <a:prstGeom prst="rect">
              <a:avLst/>
            </a:prstGeom>
            <a:solidFill>
              <a:srgbClr val="02355A"/>
            </a:solidFill>
          </p:spPr>
          <p:txBody>
            <a:bodyPr wrap="square" rtlCol="0">
              <a:spAutoFit/>
            </a:bodyPr>
            <a:lstStyle/>
            <a:p>
              <a:endParaRPr lang="es-MX" dirty="0"/>
            </a:p>
          </p:txBody>
        </p:sp>
        <p:sp>
          <p:nvSpPr>
            <p:cNvPr id="50" name="Text Box 7">
              <a:extLst>
                <a:ext uri="{FF2B5EF4-FFF2-40B4-BE49-F238E27FC236}">
                  <a16:creationId xmlns:a16="http://schemas.microsoft.com/office/drawing/2014/main" id="{DD5E5EBE-2E13-2C56-039F-41C108DE5C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91915" y="25304388"/>
              <a:ext cx="17666414" cy="889000"/>
            </a:xfrm>
            <a:prstGeom prst="rect">
              <a:avLst/>
            </a:prstGeom>
            <a:noFill/>
            <a:ln w="38100">
              <a:noFill/>
              <a:round/>
              <a:headEnd/>
              <a:tailEnd/>
            </a:ln>
          </p:spPr>
          <p:txBody>
            <a:bodyPr wrap="square" lIns="810430" tIns="405216" rIns="810430" bIns="810430" anchor="t" anchorCtr="1"/>
            <a:lstStyle>
              <a:lvl1pPr>
                <a:spcBef>
                  <a:spcPct val="20000"/>
                </a:spcBef>
                <a:buChar char="•"/>
                <a:tabLst>
                  <a:tab pos="500063" algn="l"/>
                </a:tabLst>
                <a:defRPr sz="126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tabLst>
                  <a:tab pos="500063" algn="l"/>
                </a:tabLst>
                <a:defRPr sz="11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4471988" indent="-893763">
                <a:spcBef>
                  <a:spcPct val="20000"/>
                </a:spcBef>
                <a:buChar char="•"/>
                <a:tabLst>
                  <a:tab pos="500063" algn="l"/>
                </a:tabLst>
                <a:defRPr sz="9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6261100" indent="-893763">
                <a:spcBef>
                  <a:spcPct val="20000"/>
                </a:spcBef>
                <a:buChar char="–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8050213" indent="-892175">
                <a:spcBef>
                  <a:spcPct val="20000"/>
                </a:spcBef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85074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89646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94218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98790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FontTx/>
                <a:buNone/>
              </a:pPr>
              <a:r>
                <a:rPr lang="es-MX" altLang="es-MX" sz="424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CONCLUSIONES</a:t>
              </a:r>
              <a:endParaRPr lang="en-US" altLang="es-MX" sz="2524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5" name="Grupo 64">
            <a:extLst>
              <a:ext uri="{FF2B5EF4-FFF2-40B4-BE49-F238E27FC236}">
                <a16:creationId xmlns:a16="http://schemas.microsoft.com/office/drawing/2014/main" id="{DCAD4BC6-276E-F894-FDFE-859E2EF27CF2}"/>
              </a:ext>
            </a:extLst>
          </p:cNvPr>
          <p:cNvGrpSpPr/>
          <p:nvPr/>
        </p:nvGrpSpPr>
        <p:grpSpPr>
          <a:xfrm>
            <a:off x="2102116" y="35192952"/>
            <a:ext cx="4853145" cy="720000"/>
            <a:chOff x="1890555" y="34031044"/>
            <a:chExt cx="4853145" cy="720000"/>
          </a:xfrm>
        </p:grpSpPr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9C9978F0-113A-6E3B-AD76-EA90EE9A3BB9}"/>
                </a:ext>
              </a:extLst>
            </p:cNvPr>
            <p:cNvSpPr txBox="1"/>
            <p:nvPr/>
          </p:nvSpPr>
          <p:spPr>
            <a:xfrm>
              <a:off x="1931374" y="34031044"/>
              <a:ext cx="4812326" cy="720000"/>
            </a:xfrm>
            <a:prstGeom prst="rect">
              <a:avLst/>
            </a:prstGeom>
            <a:solidFill>
              <a:srgbClr val="02355A"/>
            </a:solidFill>
          </p:spPr>
          <p:txBody>
            <a:bodyPr wrap="square" rtlCol="0">
              <a:spAutoFit/>
            </a:bodyPr>
            <a:lstStyle/>
            <a:p>
              <a:endParaRPr lang="es-MX" dirty="0"/>
            </a:p>
          </p:txBody>
        </p:sp>
        <p:sp>
          <p:nvSpPr>
            <p:cNvPr id="63" name="Text Box 7">
              <a:extLst>
                <a:ext uri="{FF2B5EF4-FFF2-40B4-BE49-F238E27FC236}">
                  <a16:creationId xmlns:a16="http://schemas.microsoft.com/office/drawing/2014/main" id="{A19EA0EF-9EFA-B20D-1149-AD80C3C8A8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0555" y="34137600"/>
              <a:ext cx="4815045" cy="428846"/>
            </a:xfrm>
            <a:prstGeom prst="rect">
              <a:avLst/>
            </a:prstGeom>
            <a:noFill/>
            <a:ln w="38100">
              <a:noFill/>
              <a:round/>
              <a:headEnd/>
              <a:tailEnd/>
            </a:ln>
          </p:spPr>
          <p:txBody>
            <a:bodyPr wrap="square" lIns="810430" tIns="405216" rIns="810430" bIns="810430" anchor="t" anchorCtr="1"/>
            <a:lstStyle>
              <a:lvl1pPr>
                <a:spcBef>
                  <a:spcPct val="20000"/>
                </a:spcBef>
                <a:buChar char="•"/>
                <a:tabLst>
                  <a:tab pos="500063" algn="l"/>
                </a:tabLst>
                <a:defRPr sz="126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tabLst>
                  <a:tab pos="500063" algn="l"/>
                </a:tabLst>
                <a:defRPr sz="11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4471988" indent="-893763">
                <a:spcBef>
                  <a:spcPct val="20000"/>
                </a:spcBef>
                <a:buChar char="•"/>
                <a:tabLst>
                  <a:tab pos="500063" algn="l"/>
                </a:tabLst>
                <a:defRPr sz="9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6261100" indent="-893763">
                <a:spcBef>
                  <a:spcPct val="20000"/>
                </a:spcBef>
                <a:buChar char="–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8050213" indent="-892175">
                <a:spcBef>
                  <a:spcPct val="20000"/>
                </a:spcBef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85074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89646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94218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98790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FontTx/>
                <a:buNone/>
              </a:pPr>
              <a:r>
                <a:rPr lang="es-MX" altLang="es-MX" sz="33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REFERENCIAS</a:t>
              </a:r>
              <a:endParaRPr lang="en-US" altLang="es-MX" sz="3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A99A512D-99D6-BF07-C0CA-E4B38176D098}"/>
              </a:ext>
            </a:extLst>
          </p:cNvPr>
          <p:cNvGrpSpPr/>
          <p:nvPr/>
        </p:nvGrpSpPr>
        <p:grpSpPr>
          <a:xfrm>
            <a:off x="17768094" y="35192952"/>
            <a:ext cx="6326345" cy="720000"/>
            <a:chOff x="1890555" y="33929444"/>
            <a:chExt cx="4862907" cy="720000"/>
          </a:xfrm>
        </p:grpSpPr>
        <p:sp>
          <p:nvSpPr>
            <p:cNvPr id="67" name="CuadroTexto 66">
              <a:extLst>
                <a:ext uri="{FF2B5EF4-FFF2-40B4-BE49-F238E27FC236}">
                  <a16:creationId xmlns:a16="http://schemas.microsoft.com/office/drawing/2014/main" id="{8625D14E-42FD-80F3-8808-5CBBA065DB5B}"/>
                </a:ext>
              </a:extLst>
            </p:cNvPr>
            <p:cNvSpPr txBox="1"/>
            <p:nvPr/>
          </p:nvSpPr>
          <p:spPr>
            <a:xfrm>
              <a:off x="1941136" y="33929444"/>
              <a:ext cx="4812326" cy="720000"/>
            </a:xfrm>
            <a:prstGeom prst="rect">
              <a:avLst/>
            </a:prstGeom>
            <a:solidFill>
              <a:srgbClr val="02355A"/>
            </a:solidFill>
          </p:spPr>
          <p:txBody>
            <a:bodyPr wrap="square" rtlCol="0">
              <a:spAutoFit/>
            </a:bodyPr>
            <a:lstStyle/>
            <a:p>
              <a:endParaRPr lang="es-MX" dirty="0"/>
            </a:p>
          </p:txBody>
        </p:sp>
        <p:sp>
          <p:nvSpPr>
            <p:cNvPr id="68" name="Text Box 7">
              <a:extLst>
                <a:ext uri="{FF2B5EF4-FFF2-40B4-BE49-F238E27FC236}">
                  <a16:creationId xmlns:a16="http://schemas.microsoft.com/office/drawing/2014/main" id="{CF90C9C8-8B14-7D75-CD3D-B080D4F988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0555" y="34061400"/>
              <a:ext cx="4815045" cy="428846"/>
            </a:xfrm>
            <a:prstGeom prst="rect">
              <a:avLst/>
            </a:prstGeom>
            <a:noFill/>
            <a:ln w="38100">
              <a:noFill/>
              <a:round/>
              <a:headEnd/>
              <a:tailEnd/>
            </a:ln>
          </p:spPr>
          <p:txBody>
            <a:bodyPr wrap="square" lIns="810430" tIns="405216" rIns="810430" bIns="810430" anchor="t" anchorCtr="1"/>
            <a:lstStyle>
              <a:lvl1pPr>
                <a:spcBef>
                  <a:spcPct val="20000"/>
                </a:spcBef>
                <a:buChar char="•"/>
                <a:tabLst>
                  <a:tab pos="500063" algn="l"/>
                </a:tabLst>
                <a:defRPr sz="126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tabLst>
                  <a:tab pos="500063" algn="l"/>
                </a:tabLst>
                <a:defRPr sz="11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4471988" indent="-893763">
                <a:spcBef>
                  <a:spcPct val="20000"/>
                </a:spcBef>
                <a:buChar char="•"/>
                <a:tabLst>
                  <a:tab pos="500063" algn="l"/>
                </a:tabLst>
                <a:defRPr sz="9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6261100" indent="-893763">
                <a:spcBef>
                  <a:spcPct val="20000"/>
                </a:spcBef>
                <a:buChar char="–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8050213" indent="-892175">
                <a:spcBef>
                  <a:spcPct val="20000"/>
                </a:spcBef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85074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89646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94218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98790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FontTx/>
                <a:buNone/>
              </a:pPr>
              <a:r>
                <a:rPr lang="es-MX" altLang="es-MX" sz="33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AGRADECIMIENTOS</a:t>
              </a:r>
              <a:endParaRPr lang="en-US" altLang="es-MX" sz="3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69" name="Picture 68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0" y="20574000"/>
            <a:ext cx="17099280" cy="6582950"/>
          </a:xfrm>
          <a:prstGeom prst="rect">
            <a:avLst/>
          </a:prstGeom>
        </p:spPr>
      </p:pic>
      <p:pic>
        <p:nvPicPr>
          <p:cNvPr id="70" name="Picture 69" descr="08_pr_auc_leader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0" y="31089600"/>
            <a:ext cx="8229600" cy="3597899"/>
          </a:xfrm>
          <a:prstGeom prst="rect">
            <a:avLst/>
          </a:prstGeom>
        </p:spPr>
      </p:pic>
      <p:pic>
        <p:nvPicPr>
          <p:cNvPr id="71" name="Picture 70" descr="10_pr_curv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62720" y="31089600"/>
            <a:ext cx="8229600" cy="6179810"/>
          </a:xfrm>
          <a:prstGeom prst="rect">
            <a:avLst/>
          </a:prstGeom>
        </p:spPr>
      </p:pic>
      <p:pic>
        <p:nvPicPr>
          <p:cNvPr id="72" name="Picture 71" descr="03_runs_compa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0" y="17922240"/>
            <a:ext cx="8686800" cy="5584371"/>
          </a:xfrm>
          <a:prstGeom prst="rect">
            <a:avLst/>
          </a:prstGeom>
        </p:spPr>
      </p:pic>
      <p:pic>
        <p:nvPicPr>
          <p:cNvPr id="73" name="Picture 72" descr="09_r2_contents_pi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30632400"/>
            <a:ext cx="7040880" cy="7710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1461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6723</TotalTime>
  <Words>972</Words>
  <Application>Microsoft Office PowerPoint</Application>
  <PresentationFormat>Personalizado</PresentationFormat>
  <Paragraphs>25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Helvetica</vt:lpstr>
      <vt:lpstr>Times New Roman</vt:lpstr>
      <vt:lpstr>Default Design</vt:lpstr>
      <vt:lpstr>Presentación de PowerPoint</vt:lpstr>
    </vt:vector>
  </TitlesOfParts>
  <Manager/>
  <Company/>
  <LinksUpToDate>false</LinksUpToDate>
  <SharedDoc>false</SharedDoc>
  <HyperlinkBase>http://colinpurrington.com/tips/academic/posterdesign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template</dc:title>
  <dc:subject>conference poster</dc:subject>
  <dc:creator>Colin Purrington</dc:creator>
  <cp:keywords>poster, conference, session, meeting, symposium, research, presentation</cp:keywords>
  <dc:description>This template is free for you to use to create your poster.  Do not host this file on your own server, even in adapted form. If you need to post a template, please steal somebody else's or just make your own (it's easy).  Thanks!</dc:description>
  <cp:lastModifiedBy>GARCIA HUERTA, RAUL ARTURO</cp:lastModifiedBy>
  <cp:revision>589</cp:revision>
  <cp:lastPrinted>2011-10-30T12:54:45Z</cp:lastPrinted>
  <dcterms:created xsi:type="dcterms:W3CDTF">2012-06-12T14:08:55Z</dcterms:created>
  <dcterms:modified xsi:type="dcterms:W3CDTF">2026-04-24T19:44:01Z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">
    <vt:lpwstr>Colin Purrington</vt:lpwstr>
  </property>
</Properties>
</file>